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bad4f0122493a" /><Relationship Type="http://schemas.openxmlformats.org/officeDocument/2006/relationships/extended-properties" Target="/docProps/app.xml" Id="R78ce722b9c0a47cd" /><Relationship Type="http://schemas.openxmlformats.org/officeDocument/2006/relationships/officeDocument" Target="/ppt/presentation.xml" Id="Rd1d5be746a98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440c0909f4bcb"/>
  </p:sldMasterIdLst>
  <p:notesMasterIdLst>
    <p:notesMasterId xmlns:r="http://schemas.openxmlformats.org/officeDocument/2006/relationships" r:id="R9e993067c9fe4b66"/>
  </p:notesMasterIdLst>
  <p:sldIdLst>
    <p:sldId xmlns:r="http://schemas.openxmlformats.org/officeDocument/2006/relationships" id="256" r:id="Rcdb154a62d1947f8"/>
    <p:sldId xmlns:r="http://schemas.openxmlformats.org/officeDocument/2006/relationships" id="257" r:id="R0d553145f0694f16"/>
    <p:sldId xmlns:r="http://schemas.openxmlformats.org/officeDocument/2006/relationships" id="258" r:id="R619f766f286b4dee"/>
    <p:sldId xmlns:r="http://schemas.openxmlformats.org/officeDocument/2006/relationships" id="259" r:id="Rd013d233ff9e4e68"/>
    <p:sldId xmlns:r="http://schemas.openxmlformats.org/officeDocument/2006/relationships" id="260" r:id="R76de62bc3d32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cbd33c2a24e2d" /><Relationship Type="http://schemas.openxmlformats.org/officeDocument/2006/relationships/slideMaster" Target="/ppt/slideMasters/slideMaster1.xml" Id="Rb53440c0909f4bcb" /><Relationship Type="http://schemas.openxmlformats.org/officeDocument/2006/relationships/notesMaster" Target="/ppt/notesMasters/notesMaster1.xml" Id="R9e993067c9fe4b66" /><Relationship Type="http://schemas.openxmlformats.org/officeDocument/2006/relationships/presProps" Target="/ppt/presProps.xml" Id="R2fa2325cc7074c1b" /><Relationship Type="http://schemas.openxmlformats.org/officeDocument/2006/relationships/tableStyles" Target="/ppt/tableStyles.xml" Id="Rf807d89fc5d44458" /><Relationship Type="http://schemas.openxmlformats.org/officeDocument/2006/relationships/slide" Target="/ppt/slides/slide1.xml" Id="Rcdb154a62d1947f8" /><Relationship Type="http://schemas.openxmlformats.org/officeDocument/2006/relationships/slide" Target="/ppt/slides/slide2.xml" Id="R0d553145f0694f16" /><Relationship Type="http://schemas.openxmlformats.org/officeDocument/2006/relationships/slide" Target="/ppt/slides/slide3.xml" Id="R619f766f286b4dee" /><Relationship Type="http://schemas.openxmlformats.org/officeDocument/2006/relationships/slide" Target="/ppt/slides/slide4.xml" Id="Rd013d233ff9e4e68" /><Relationship Type="http://schemas.openxmlformats.org/officeDocument/2006/relationships/slide" Target="/ppt/slides/slide5.xml" Id="R76de62bc3d32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00e95b094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940b450334991" /><Relationship Type="http://schemas.openxmlformats.org/officeDocument/2006/relationships/notesMaster" Target="/ppt/notesMasters/notesMaster1.xml" Id="Rabdc6c151aa0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8c890e7da40e4" /><Relationship Type="http://schemas.openxmlformats.org/officeDocument/2006/relationships/notesMaster" Target="/ppt/notesMasters/notesMaster1.xml" Id="R1b756f2bf48e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54e09e3ed4185" /><Relationship Type="http://schemas.openxmlformats.org/officeDocument/2006/relationships/notesMaster" Target="/ppt/notesMasters/notesMaster1.xml" Id="Rbc6ff502abf9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ab740c5d64450" /><Relationship Type="http://schemas.openxmlformats.org/officeDocument/2006/relationships/notesMaster" Target="/ppt/notesMasters/notesMaster1.xml" Id="R0a390833703640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01d8d81f374d3b" /><Relationship Type="http://schemas.openxmlformats.org/officeDocument/2006/relationships/notesMaster" Target="/ppt/notesMasters/notesMaster1.xml" Id="R5dffaa2a0c61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GoWise project instructions and the official GeoAI Hackathon 2026 rulebook. Official brief: https://geosysiot.in/geoai-hackathon/#guidelines. Current verification status is documented in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GeoAI Hackathon 2026 rulebook for required outdoor activities. Query behavior reflects backend/app/model/query_extraction.py. Profile details remain request-scoped and are not written to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ARCHITECTURE.md and DATA_SOURCES.md. Implemented providers are Nominatim, Overpass API / OpenStreetMap, Open-Meteo Forecast API, and Open-Meteo Air Quality API. The runtime model is configured through Transformers AutoTokenizer and AutoModelForCausalLM.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heuristic weights and missing-data behavior: backend/app/engine/scoring.py. Provider limitations and attribution policy: DATA_SOURCES.md. Open-Meteo air-quality forecast is regional model guidance. Road proximity is a map proxy, not live traffic. OSM credit: © OpenStreetMap contributors.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as of 24 October 2026. The 35-test count comes from the local backend unit suite. The Docker image and live upstream providers have not been verified in this workspace. Competition requirements: https://geosysiot.in/geoai-hackathon/#guidelines.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81f3fea4946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17744857941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85f7dc7b049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c4b5b4ea4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0ae7cd17c46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18011d26f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962E4-7C19-4257-896B-61176A774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A81613-443E-4096-B9E7-FFAD6D7F5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3E588B-1BC9-41EA-A00A-F60BF86C2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00567C-85D6-424F-82CD-AF34B6140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85942D-621D-4FF7-A796-317DB0287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A0AC23-B518-4B23-9D9D-70C5F80F3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7E7B23-46FA-4FBA-A93A-ECD74F1F1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4873A9-71D1-4F30-AD3F-8DFCCCB576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E44DB-3635-47B2-89D8-6861A93A0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5149B4-959D-4AAD-8C2F-EA399026C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c6aa17c6d14a00" /><Relationship Type="http://schemas.openxmlformats.org/officeDocument/2006/relationships/slideLayout" Target="/ppt/slideLayouts/slideLayout1.xml" Id="R3b4ded4bfd7a4695" /><Relationship Type="http://schemas.openxmlformats.org/officeDocument/2006/relationships/slideLayout" Target="/ppt/slideLayouts/slideLayout2.xml" Id="Rfc49ebf85c854132" /><Relationship Type="http://schemas.openxmlformats.org/officeDocument/2006/relationships/slideLayout" Target="/ppt/slideLayouts/slideLayout3.xml" Id="R01a9ef044bd84635" /><Relationship Type="http://schemas.openxmlformats.org/officeDocument/2006/relationships/slideLayout" Target="/ppt/slideLayouts/slideLayout4.xml" Id="R1ef368c5d77b490a" /><Relationship Type="http://schemas.openxmlformats.org/officeDocument/2006/relationships/slideLayout" Target="/ppt/slideLayouts/slideLayout5.xml" Id="R5f0cd6a2aaa14014" /><Relationship Type="http://schemas.openxmlformats.org/officeDocument/2006/relationships/slideLayout" Target="/ppt/slideLayouts/slideLayout6.xml" Id="R7dd6bf2c4fb0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ded4bfd7a4695"/>
    <p:sldLayoutId xmlns:r="http://schemas.openxmlformats.org/officeDocument/2006/relationships" id="2147483650" r:id="Rfc49ebf85c854132"/>
    <p:sldLayoutId xmlns:r="http://schemas.openxmlformats.org/officeDocument/2006/relationships" id="2147483651" r:id="R01a9ef044bd84635"/>
    <p:sldLayoutId xmlns:r="http://schemas.openxmlformats.org/officeDocument/2006/relationships" id="2147483652" r:id="R1ef368c5d77b490a"/>
    <p:sldLayoutId xmlns:r="http://schemas.openxmlformats.org/officeDocument/2006/relationships" id="2147483653" r:id="R5f0cd6a2aaa14014"/>
    <p:sldLayoutId xmlns:r="http://schemas.openxmlformats.org/officeDocument/2006/relationships" id="2147483654" r:id="R7dd6bf2c4fb0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66007a1814b7a" /><Relationship Type="http://schemas.openxmlformats.org/officeDocument/2006/relationships/notesSlide" Target="/ppt/notesSlides/notesSlide1.xml" Id="R33df7824f5e84f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4ec992b9a4d19" /><Relationship Type="http://schemas.openxmlformats.org/officeDocument/2006/relationships/notesSlide" Target="/ppt/notesSlides/notesSlide2.xml" Id="R774c1365c5a146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eaa44fa2e4b91" /><Relationship Type="http://schemas.openxmlformats.org/officeDocument/2006/relationships/notesSlide" Target="/ppt/notesSlides/notesSlide3.xml" Id="R3101d9d3cdab42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ac30e29ae4cb1" /><Relationship Type="http://schemas.openxmlformats.org/officeDocument/2006/relationships/notesSlide" Target="/ppt/notesSlides/notesSlide4.xml" Id="Rcbf3b7c741c141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c78a40fda48e6" /><Relationship Type="http://schemas.openxmlformats.org/officeDocument/2006/relationships/notesSlide" Target="/ppt/notesSlides/notesSlide5.xml" Id="R6650375c43de4a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3ACDF-D6EE-4291-81DF-1835925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EDE27-D1C5-4A33-901D-82C05BA8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E6B4A"/>
                </a:solidFill>
              </a:defRPr>
            </a:defPPr>
            <a:lvl1pPr>
              <a:defRPr sz="1050" b="1">
                <a:solidFill>
                  <a:srgbClr val="2E6B4A"/>
                </a:solidFill>
              </a:defRPr>
            </a:lvl1pPr>
            <a:lvl2pPr>
              <a:defRPr sz="1050" b="1">
                <a:solidFill>
                  <a:srgbClr val="2E6B4A"/>
                </a:solidFill>
              </a:defRPr>
            </a:lvl2pPr>
            <a:lvl3pPr>
              <a:defRPr sz="1050" b="1">
                <a:solidFill>
                  <a:srgbClr val="2E6B4A"/>
                </a:solidFill>
              </a:defRPr>
            </a:lvl3pPr>
            <a:lvl4pPr>
              <a:defRPr sz="1050" b="1">
                <a:solidFill>
                  <a:srgbClr val="2E6B4A"/>
                </a:solidFill>
              </a:defRPr>
            </a:lvl4pPr>
            <a:lvl5pPr>
              <a:defRPr sz="1050" b="1">
                <a:solidFill>
                  <a:srgbClr val="2E6B4A"/>
                </a:solidFill>
              </a:defRPr>
            </a:lvl5pPr>
            <a:lvl6pPr>
              <a:defRPr sz="1050" b="1">
                <a:solidFill>
                  <a:srgbClr val="2E6B4A"/>
                </a:solidFill>
              </a:defRPr>
            </a:lvl6pPr>
            <a:lvl7pPr>
              <a:defRPr sz="1050" b="1">
                <a:solidFill>
                  <a:srgbClr val="2E6B4A"/>
                </a:solidFill>
              </a:defRPr>
            </a:lvl7pPr>
            <a:lvl8pPr>
              <a:defRPr sz="1050" b="1">
                <a:solidFill>
                  <a:srgbClr val="2E6B4A"/>
                </a:solidFill>
              </a:defRPr>
            </a:lvl8pPr>
            <a:lvl9pPr>
              <a:defRPr sz="105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E6B4A"/>
                </a:solidFill>
              </a:defRPr>
            </a:pPr>
            <a:r>
              <a:rPr sz="1050" b="1">
                <a:solidFill>
                  <a:srgbClr val="2E6B4A"/>
                </a:solidFill>
              </a:rPr>
              <a:t>GOWISE  /  GEOAI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EB8D0-2A48-40B2-A038-27114990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001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20392D"/>
                </a:solidFill>
              </a:defRPr>
            </a:defPPr>
            <a:lvl1pPr>
              <a:defRPr sz="4050" b="1">
                <a:solidFill>
                  <a:srgbClr val="20392D"/>
                </a:solidFill>
              </a:defRPr>
            </a:lvl1pPr>
            <a:lvl2pPr>
              <a:defRPr sz="4050" b="1">
                <a:solidFill>
                  <a:srgbClr val="20392D"/>
                </a:solidFill>
              </a:defRPr>
            </a:lvl2pPr>
            <a:lvl3pPr>
              <a:defRPr sz="4050" b="1">
                <a:solidFill>
                  <a:srgbClr val="20392D"/>
                </a:solidFill>
              </a:defRPr>
            </a:lvl3pPr>
            <a:lvl4pPr>
              <a:defRPr sz="4050" b="1">
                <a:solidFill>
                  <a:srgbClr val="20392D"/>
                </a:solidFill>
              </a:defRPr>
            </a:lvl4pPr>
            <a:lvl5pPr>
              <a:defRPr sz="4050" b="1">
                <a:solidFill>
                  <a:srgbClr val="20392D"/>
                </a:solidFill>
              </a:defRPr>
            </a:lvl5pPr>
            <a:lvl6pPr>
              <a:defRPr sz="4050" b="1">
                <a:solidFill>
                  <a:srgbClr val="20392D"/>
                </a:solidFill>
              </a:defRPr>
            </a:lvl6pPr>
            <a:lvl7pPr>
              <a:defRPr sz="4050" b="1">
                <a:solidFill>
                  <a:srgbClr val="20392D"/>
                </a:solidFill>
              </a:defRPr>
            </a:lvl7pPr>
            <a:lvl8pPr>
              <a:defRPr sz="4050" b="1">
                <a:solidFill>
                  <a:srgbClr val="20392D"/>
                </a:solidFill>
              </a:defRPr>
            </a:lvl8pPr>
            <a:lvl9pPr>
              <a:defRPr sz="40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0392D"/>
                </a:solidFill>
              </a:defRPr>
            </a:pPr>
            <a:r>
              <a:rPr sz="4050" b="1">
                <a:solidFill>
                  <a:srgbClr val="20392D"/>
                </a:solidFill>
              </a:rPr>
              <a:t>Outdoor plans,</a:t>
            </a:r>
          </a:p>
          <a:p xmlns:a="http://schemas.openxmlformats.org/drawingml/2006/main">
            <a:pPr>
              <a:defRPr sz="4050" b="1">
                <a:solidFill>
                  <a:srgbClr val="20392D"/>
                </a:solidFill>
              </a:defRPr>
            </a:pPr>
            <a:r>
              <a:rPr sz="4050" b="1">
                <a:solidFill>
                  <a:srgbClr val="20392D"/>
                </a:solidFill>
              </a:rPr>
              <a:t>with a place and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AB035-0674-42A3-BCD3-D58B33E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4756A"/>
                </a:solidFill>
              </a:defRPr>
            </a:defPPr>
            <a:lvl1pPr>
              <a:defRPr sz="1650" b="0">
                <a:solidFill>
                  <a:srgbClr val="64756A"/>
                </a:solidFill>
              </a:defRPr>
            </a:lvl1pPr>
            <a:lvl2pPr>
              <a:defRPr sz="1650" b="0">
                <a:solidFill>
                  <a:srgbClr val="64756A"/>
                </a:solidFill>
              </a:defRPr>
            </a:lvl2pPr>
            <a:lvl3pPr>
              <a:defRPr sz="1650" b="0">
                <a:solidFill>
                  <a:srgbClr val="64756A"/>
                </a:solidFill>
              </a:defRPr>
            </a:lvl3pPr>
            <a:lvl4pPr>
              <a:defRPr sz="1650" b="0">
                <a:solidFill>
                  <a:srgbClr val="64756A"/>
                </a:solidFill>
              </a:defRPr>
            </a:lvl4pPr>
            <a:lvl5pPr>
              <a:defRPr sz="1650" b="0">
                <a:solidFill>
                  <a:srgbClr val="64756A"/>
                </a:solidFill>
              </a:defRPr>
            </a:lvl5pPr>
            <a:lvl6pPr>
              <a:defRPr sz="1650" b="0">
                <a:solidFill>
                  <a:srgbClr val="64756A"/>
                </a:solidFill>
              </a:defRPr>
            </a:lvl6pPr>
            <a:lvl7pPr>
              <a:defRPr sz="1650" b="0">
                <a:solidFill>
                  <a:srgbClr val="64756A"/>
                </a:solidFill>
              </a:defRPr>
            </a:lvl7pPr>
            <a:lvl8pPr>
              <a:defRPr sz="1650" b="0">
                <a:solidFill>
                  <a:srgbClr val="64756A"/>
                </a:solidFill>
              </a:defRPr>
            </a:lvl8pPr>
            <a:lvl9pPr>
              <a:defRPr sz="16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4756A"/>
                </a:solidFill>
              </a:defRPr>
            </a:pPr>
            <a:r>
              <a:rPr sz="1650" b="0">
                <a:solidFill>
                  <a:srgbClr val="64756A"/>
                </a:solidFill>
              </a:rPr>
              <a:t>A web assistant that compares mapped venues and forecast hours for ten outdoor activities.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4452A-C505-4EDF-904E-7B72B54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8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A1774-FC29-47DA-9996-DCED0BC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E6B4A"/>
                </a:solidFill>
              </a:defRPr>
            </a:defPPr>
            <a:lvl1pPr>
              <a:defRPr sz="975" b="1">
                <a:solidFill>
                  <a:srgbClr val="2E6B4A"/>
                </a:solidFill>
              </a:defRPr>
            </a:lvl1pPr>
            <a:lvl2pPr>
              <a:defRPr sz="975" b="1">
                <a:solidFill>
                  <a:srgbClr val="2E6B4A"/>
                </a:solidFill>
              </a:defRPr>
            </a:lvl2pPr>
            <a:lvl3pPr>
              <a:defRPr sz="975" b="1">
                <a:solidFill>
                  <a:srgbClr val="2E6B4A"/>
                </a:solidFill>
              </a:defRPr>
            </a:lvl3pPr>
            <a:lvl4pPr>
              <a:defRPr sz="975" b="1">
                <a:solidFill>
                  <a:srgbClr val="2E6B4A"/>
                </a:solidFill>
              </a:defRPr>
            </a:lvl4pPr>
            <a:lvl5pPr>
              <a:defRPr sz="975" b="1">
                <a:solidFill>
                  <a:srgbClr val="2E6B4A"/>
                </a:solidFill>
              </a:defRPr>
            </a:lvl5pPr>
            <a:lvl6pPr>
              <a:defRPr sz="975" b="1">
                <a:solidFill>
                  <a:srgbClr val="2E6B4A"/>
                </a:solidFill>
              </a:defRPr>
            </a:lvl6pPr>
            <a:lvl7pPr>
              <a:defRPr sz="975" b="1">
                <a:solidFill>
                  <a:srgbClr val="2E6B4A"/>
                </a:solidFill>
              </a:defRPr>
            </a:lvl7pPr>
            <a:lvl8pPr>
              <a:defRPr sz="975" b="1">
                <a:solidFill>
                  <a:srgbClr val="2E6B4A"/>
                </a:solidFill>
              </a:defRPr>
            </a:lvl8pPr>
            <a:lvl9pPr>
              <a:defRPr sz="975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E6B4A"/>
                </a:solidFill>
              </a:defRPr>
            </a:pPr>
            <a:r>
              <a:rPr sz="975" b="1">
                <a:solidFill>
                  <a:srgbClr val="2E6B4A"/>
                </a:solidFill>
              </a:rPr>
              <a:t>LIVE SOURCES  ·  LOCAL OPEN MODEL  ·  EXPLAINABLE HEURISTICS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65AF9-0CAB-491A-87A3-82DF14F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4756A"/>
                </a:solidFill>
              </a:defRPr>
            </a:defPPr>
            <a:lvl1pPr>
              <a:defRPr sz="1050" b="0">
                <a:solidFill>
                  <a:srgbClr val="64756A"/>
                </a:solidFill>
              </a:defRPr>
            </a:lvl1pPr>
            <a:lvl2pPr>
              <a:defRPr sz="1050" b="0">
                <a:solidFill>
                  <a:srgbClr val="64756A"/>
                </a:solidFill>
              </a:defRPr>
            </a:lvl2pPr>
            <a:lvl3pPr>
              <a:defRPr sz="1050" b="0">
                <a:solidFill>
                  <a:srgbClr val="64756A"/>
                </a:solidFill>
              </a:defRPr>
            </a:lvl3pPr>
            <a:lvl4pPr>
              <a:defRPr sz="1050" b="0">
                <a:solidFill>
                  <a:srgbClr val="64756A"/>
                </a:solidFill>
              </a:defRPr>
            </a:lvl4pPr>
            <a:lvl5pPr>
              <a:defRPr sz="1050" b="0">
                <a:solidFill>
                  <a:srgbClr val="64756A"/>
                </a:solidFill>
              </a:defRPr>
            </a:lvl5pPr>
            <a:lvl6pPr>
              <a:defRPr sz="1050" b="0">
                <a:solidFill>
                  <a:srgbClr val="64756A"/>
                </a:solidFill>
              </a:defRPr>
            </a:lvl6pPr>
            <a:lvl7pPr>
              <a:defRPr sz="1050" b="0">
                <a:solidFill>
                  <a:srgbClr val="64756A"/>
                </a:solidFill>
              </a:defRPr>
            </a:lvl7pPr>
            <a:lvl8pPr>
              <a:defRPr sz="1050" b="0">
                <a:solidFill>
                  <a:srgbClr val="64756A"/>
                </a:solidFill>
              </a:defRPr>
            </a:lvl8pPr>
            <a:lvl9pPr>
              <a:defRPr sz="10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56A"/>
                </a:solidFill>
              </a:defRPr>
            </a:pPr>
            <a:r>
              <a:rPr sz="1050" b="0">
                <a:solidFill>
                  <a:srgbClr val="64756A"/>
                </a:solidFill>
              </a:rPr>
              <a:t>Prototype status: code and mocked checks complete. Model load, live provider query, and deployment still need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197D6-5440-4752-92E8-69B5F498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64756A"/>
                </a:solidFill>
              </a:defRPr>
            </a:defPPr>
            <a:lvl1pPr>
              <a:defRPr sz="825" b="1">
                <a:solidFill>
                  <a:srgbClr val="64756A"/>
                </a:solidFill>
              </a:defRPr>
            </a:lvl1pPr>
            <a:lvl2pPr>
              <a:defRPr sz="825" b="1">
                <a:solidFill>
                  <a:srgbClr val="64756A"/>
                </a:solidFill>
              </a:defRPr>
            </a:lvl2pPr>
            <a:lvl3pPr>
              <a:defRPr sz="825" b="1">
                <a:solidFill>
                  <a:srgbClr val="64756A"/>
                </a:solidFill>
              </a:defRPr>
            </a:lvl3pPr>
            <a:lvl4pPr>
              <a:defRPr sz="825" b="1">
                <a:solidFill>
                  <a:srgbClr val="64756A"/>
                </a:solidFill>
              </a:defRPr>
            </a:lvl4pPr>
            <a:lvl5pPr>
              <a:defRPr sz="825" b="1">
                <a:solidFill>
                  <a:srgbClr val="64756A"/>
                </a:solidFill>
              </a:defRPr>
            </a:lvl5pPr>
            <a:lvl6pPr>
              <a:defRPr sz="825" b="1">
                <a:solidFill>
                  <a:srgbClr val="64756A"/>
                </a:solidFill>
              </a:defRPr>
            </a:lvl6pPr>
            <a:lvl7pPr>
              <a:defRPr sz="825" b="1">
                <a:solidFill>
                  <a:srgbClr val="64756A"/>
                </a:solidFill>
              </a:defRPr>
            </a:lvl7pPr>
            <a:lvl8pPr>
              <a:defRPr sz="825" b="1">
                <a:solidFill>
                  <a:srgbClr val="64756A"/>
                </a:solidFill>
              </a:defRPr>
            </a:lvl8pPr>
            <a:lvl9pPr>
              <a:defRPr sz="825" b="1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4756A"/>
                </a:solidFill>
              </a:defRPr>
            </a:pPr>
            <a:r>
              <a:rPr sz="825" b="1">
                <a:solidFill>
                  <a:srgbClr val="64756A"/>
                </a:solidFill>
              </a:rPr>
              <a:t>24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5415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E28A6-E79A-42B7-AD6D-47DF53C8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E6B4A"/>
                </a:solidFill>
              </a:defRPr>
            </a:defPPr>
            <a:lvl1pPr>
              <a:defRPr sz="1050" b="1">
                <a:solidFill>
                  <a:srgbClr val="2E6B4A"/>
                </a:solidFill>
              </a:defRPr>
            </a:lvl1pPr>
            <a:lvl2pPr>
              <a:defRPr sz="1050" b="1">
                <a:solidFill>
                  <a:srgbClr val="2E6B4A"/>
                </a:solidFill>
              </a:defRPr>
            </a:lvl2pPr>
            <a:lvl3pPr>
              <a:defRPr sz="1050" b="1">
                <a:solidFill>
                  <a:srgbClr val="2E6B4A"/>
                </a:solidFill>
              </a:defRPr>
            </a:lvl3pPr>
            <a:lvl4pPr>
              <a:defRPr sz="1050" b="1">
                <a:solidFill>
                  <a:srgbClr val="2E6B4A"/>
                </a:solidFill>
              </a:defRPr>
            </a:lvl4pPr>
            <a:lvl5pPr>
              <a:defRPr sz="1050" b="1">
                <a:solidFill>
                  <a:srgbClr val="2E6B4A"/>
                </a:solidFill>
              </a:defRPr>
            </a:lvl5pPr>
            <a:lvl6pPr>
              <a:defRPr sz="1050" b="1">
                <a:solidFill>
                  <a:srgbClr val="2E6B4A"/>
                </a:solidFill>
              </a:defRPr>
            </a:lvl6pPr>
            <a:lvl7pPr>
              <a:defRPr sz="1050" b="1">
                <a:solidFill>
                  <a:srgbClr val="2E6B4A"/>
                </a:solidFill>
              </a:defRPr>
            </a:lvl7pPr>
            <a:lvl8pPr>
              <a:defRPr sz="1050" b="1">
                <a:solidFill>
                  <a:srgbClr val="2E6B4A"/>
                </a:solidFill>
              </a:defRPr>
            </a:lvl8pPr>
            <a:lvl9pPr>
              <a:defRPr sz="105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E6B4A"/>
                </a:solidFill>
              </a:defRPr>
            </a:pPr>
            <a:r>
              <a:rPr sz="1050" b="1">
                <a:solidFill>
                  <a:srgbClr val="2E6B4A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C5DEA-D41A-4059-A84B-64C6EC7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0392D"/>
                </a:solidFill>
              </a:defRPr>
            </a:defPPr>
            <a:lvl1pPr>
              <a:defRPr sz="2850" b="1">
                <a:solidFill>
                  <a:srgbClr val="20392D"/>
                </a:solidFill>
              </a:defRPr>
            </a:lvl1pPr>
            <a:lvl2pPr>
              <a:defRPr sz="2850" b="1">
                <a:solidFill>
                  <a:srgbClr val="20392D"/>
                </a:solidFill>
              </a:defRPr>
            </a:lvl2pPr>
            <a:lvl3pPr>
              <a:defRPr sz="2850" b="1">
                <a:solidFill>
                  <a:srgbClr val="20392D"/>
                </a:solidFill>
              </a:defRPr>
            </a:lvl3pPr>
            <a:lvl4pPr>
              <a:defRPr sz="2850" b="1">
                <a:solidFill>
                  <a:srgbClr val="20392D"/>
                </a:solidFill>
              </a:defRPr>
            </a:lvl4pPr>
            <a:lvl5pPr>
              <a:defRPr sz="2850" b="1">
                <a:solidFill>
                  <a:srgbClr val="20392D"/>
                </a:solidFill>
              </a:defRPr>
            </a:lvl5pPr>
            <a:lvl6pPr>
              <a:defRPr sz="2850" b="1">
                <a:solidFill>
                  <a:srgbClr val="20392D"/>
                </a:solidFill>
              </a:defRPr>
            </a:lvl6pPr>
            <a:lvl7pPr>
              <a:defRPr sz="2850" b="1">
                <a:solidFill>
                  <a:srgbClr val="20392D"/>
                </a:solidFill>
              </a:defRPr>
            </a:lvl7pPr>
            <a:lvl8pPr>
              <a:defRPr sz="2850" b="1">
                <a:solidFill>
                  <a:srgbClr val="20392D"/>
                </a:solidFill>
              </a:defRPr>
            </a:lvl8pPr>
            <a:lvl9pPr>
              <a:defRPr sz="28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92D"/>
                </a:solidFill>
              </a:defRPr>
            </a:pPr>
            <a:r>
              <a:rPr sz="2850" b="1">
                <a:solidFill>
                  <a:srgbClr val="20392D"/>
                </a:solidFill>
              </a:rPr>
              <a:t>A request becomes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39FE1-6714-4740-9F49-39CCB15B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4756A"/>
                </a:solidFill>
              </a:defRPr>
            </a:defPPr>
            <a:lvl1pPr>
              <a:defRPr sz="1350" b="0">
                <a:solidFill>
                  <a:srgbClr val="64756A"/>
                </a:solidFill>
              </a:defRPr>
            </a:lvl1pPr>
            <a:lvl2pPr>
              <a:defRPr sz="1350" b="0">
                <a:solidFill>
                  <a:srgbClr val="64756A"/>
                </a:solidFill>
              </a:defRPr>
            </a:lvl2pPr>
            <a:lvl3pPr>
              <a:defRPr sz="1350" b="0">
                <a:solidFill>
                  <a:srgbClr val="64756A"/>
                </a:solidFill>
              </a:defRPr>
            </a:lvl3pPr>
            <a:lvl4pPr>
              <a:defRPr sz="1350" b="0">
                <a:solidFill>
                  <a:srgbClr val="64756A"/>
                </a:solidFill>
              </a:defRPr>
            </a:lvl4pPr>
            <a:lvl5pPr>
              <a:defRPr sz="1350" b="0">
                <a:solidFill>
                  <a:srgbClr val="64756A"/>
                </a:solidFill>
              </a:defRPr>
            </a:lvl5pPr>
            <a:lvl6pPr>
              <a:defRPr sz="1350" b="0">
                <a:solidFill>
                  <a:srgbClr val="64756A"/>
                </a:solidFill>
              </a:defRPr>
            </a:lvl6pPr>
            <a:lvl7pPr>
              <a:defRPr sz="1350" b="0">
                <a:solidFill>
                  <a:srgbClr val="64756A"/>
                </a:solidFill>
              </a:defRPr>
            </a:lvl7pPr>
            <a:lvl8pPr>
              <a:defRPr sz="1350" b="0">
                <a:solidFill>
                  <a:srgbClr val="64756A"/>
                </a:solidFill>
              </a:defRPr>
            </a:lvl8pPr>
            <a:lvl9pPr>
              <a:defRPr sz="13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56A"/>
                </a:solidFill>
              </a:defRPr>
            </a:pPr>
            <a:r>
              <a:rPr sz="1350" b="0">
                <a:solidFill>
                  <a:srgbClr val="64756A"/>
                </a:solidFill>
              </a:rPr>
              <a:t>The assistant asks for missing activity, place, or time instead of guessing.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BF53F-C5DC-4CF4-BCF1-736924DB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E22C6-4DE6-4506-A188-F937E67D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USER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A61E0-7F7C-4A61-8139-35747560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0392D"/>
                </a:solidFill>
              </a:defRPr>
            </a:defPPr>
            <a:lvl1pPr>
              <a:defRPr sz="1950" b="1">
                <a:solidFill>
                  <a:srgbClr val="20392D"/>
                </a:solidFill>
              </a:defRPr>
            </a:lvl1pPr>
            <a:lvl2pPr>
              <a:defRPr sz="1950" b="1">
                <a:solidFill>
                  <a:srgbClr val="20392D"/>
                </a:solidFill>
              </a:defRPr>
            </a:lvl2pPr>
            <a:lvl3pPr>
              <a:defRPr sz="1950" b="1">
                <a:solidFill>
                  <a:srgbClr val="20392D"/>
                </a:solidFill>
              </a:defRPr>
            </a:lvl3pPr>
            <a:lvl4pPr>
              <a:defRPr sz="1950" b="1">
                <a:solidFill>
                  <a:srgbClr val="20392D"/>
                </a:solidFill>
              </a:defRPr>
            </a:lvl4pPr>
            <a:lvl5pPr>
              <a:defRPr sz="1950" b="1">
                <a:solidFill>
                  <a:srgbClr val="20392D"/>
                </a:solidFill>
              </a:defRPr>
            </a:lvl5pPr>
            <a:lvl6pPr>
              <a:defRPr sz="1950" b="1">
                <a:solidFill>
                  <a:srgbClr val="20392D"/>
                </a:solidFill>
              </a:defRPr>
            </a:lvl6pPr>
            <a:lvl7pPr>
              <a:defRPr sz="1950" b="1">
                <a:solidFill>
                  <a:srgbClr val="20392D"/>
                </a:solidFill>
              </a:defRPr>
            </a:lvl7pPr>
            <a:lvl8pPr>
              <a:defRPr sz="1950" b="1">
                <a:solidFill>
                  <a:srgbClr val="20392D"/>
                </a:solidFill>
              </a:defRPr>
            </a:lvl8pPr>
            <a:lvl9pPr>
              <a:defRPr sz="19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392D"/>
                </a:solidFill>
              </a:defRPr>
            </a:pPr>
            <a:r>
              <a:rPr sz="1950" b="1">
                <a:solidFill>
                  <a:srgbClr val="20392D"/>
                </a:solidFill>
              </a:rPr>
              <a:t>“Where can I run tomorrow morning near Powai?”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B612E-7526-4906-A575-8C5744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8DEE7-846A-4857-A0F8-E465FB3F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38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LOCAL QUERY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653DE-393E-4544-A558-8341C7B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0392D"/>
                </a:solidFill>
              </a:defRPr>
            </a:defPPr>
            <a:lvl1pPr>
              <a:defRPr sz="1575" b="1">
                <a:solidFill>
                  <a:srgbClr val="20392D"/>
                </a:solidFill>
              </a:defRPr>
            </a:lvl1pPr>
            <a:lvl2pPr>
              <a:defRPr sz="1575" b="1">
                <a:solidFill>
                  <a:srgbClr val="20392D"/>
                </a:solidFill>
              </a:defRPr>
            </a:lvl2pPr>
            <a:lvl3pPr>
              <a:defRPr sz="1575" b="1">
                <a:solidFill>
                  <a:srgbClr val="20392D"/>
                </a:solidFill>
              </a:defRPr>
            </a:lvl3pPr>
            <a:lvl4pPr>
              <a:defRPr sz="1575" b="1">
                <a:solidFill>
                  <a:srgbClr val="20392D"/>
                </a:solidFill>
              </a:defRPr>
            </a:lvl4pPr>
            <a:lvl5pPr>
              <a:defRPr sz="1575" b="1">
                <a:solidFill>
                  <a:srgbClr val="20392D"/>
                </a:solidFill>
              </a:defRPr>
            </a:lvl5pPr>
            <a:lvl6pPr>
              <a:defRPr sz="1575" b="1">
                <a:solidFill>
                  <a:srgbClr val="20392D"/>
                </a:solidFill>
              </a:defRPr>
            </a:lvl6pPr>
            <a:lvl7pPr>
              <a:defRPr sz="1575" b="1">
                <a:solidFill>
                  <a:srgbClr val="20392D"/>
                </a:solidFill>
              </a:defRPr>
            </a:lvl7pPr>
            <a:lvl8pPr>
              <a:defRPr sz="1575" b="1">
                <a:solidFill>
                  <a:srgbClr val="20392D"/>
                </a:solidFill>
              </a:defRPr>
            </a:lvl8pPr>
            <a:lvl9pPr>
              <a:defRPr sz="1575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0392D"/>
                </a:solidFill>
              </a:defRPr>
            </a:pPr>
            <a:r>
              <a:rPr sz="1575" b="1">
                <a:solidFill>
                  <a:srgbClr val="20392D"/>
                </a:solidFill>
              </a:rPr>
              <a:t>Activity · typed area · radius · time window · optional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1DFC-6E46-4F3C-BCA7-7157BFAC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41695-9002-4284-90B7-FEB8D97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TEN CONFIGURED ACTIVITIES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E2E64-866A-4442-A157-A5CA116A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0392D"/>
                </a:solidFill>
              </a:defRPr>
            </a:defPPr>
            <a:lvl1pPr>
              <a:defRPr sz="1350" b="0">
                <a:solidFill>
                  <a:srgbClr val="20392D"/>
                </a:solidFill>
              </a:defRPr>
            </a:lvl1pPr>
            <a:lvl2pPr>
              <a:defRPr sz="1350" b="0">
                <a:solidFill>
                  <a:srgbClr val="20392D"/>
                </a:solidFill>
              </a:defRPr>
            </a:lvl2pPr>
            <a:lvl3pPr>
              <a:defRPr sz="1350" b="0">
                <a:solidFill>
                  <a:srgbClr val="20392D"/>
                </a:solidFill>
              </a:defRPr>
            </a:lvl3pPr>
            <a:lvl4pPr>
              <a:defRPr sz="1350" b="0">
                <a:solidFill>
                  <a:srgbClr val="20392D"/>
                </a:solidFill>
              </a:defRPr>
            </a:lvl4pPr>
            <a:lvl5pPr>
              <a:defRPr sz="1350" b="0">
                <a:solidFill>
                  <a:srgbClr val="20392D"/>
                </a:solidFill>
              </a:defRPr>
            </a:lvl5pPr>
            <a:lvl6pPr>
              <a:defRPr sz="1350" b="0">
                <a:solidFill>
                  <a:srgbClr val="20392D"/>
                </a:solidFill>
              </a:defRPr>
            </a:lvl6pPr>
            <a:lvl7pPr>
              <a:defRPr sz="1350" b="0">
                <a:solidFill>
                  <a:srgbClr val="20392D"/>
                </a:solidFill>
              </a:defRPr>
            </a:lvl7pPr>
            <a:lvl8pPr>
              <a:defRPr sz="1350" b="0">
                <a:solidFill>
                  <a:srgbClr val="20392D"/>
                </a:solidFill>
              </a:defRPr>
            </a:lvl8pPr>
            <a:lvl9pPr>
              <a:defRPr sz="1350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92D"/>
                </a:solidFill>
              </a:defRPr>
            </a:pPr>
            <a:r>
              <a:rPr sz="1350" b="0">
                <a:solidFill>
                  <a:srgbClr val="20392D"/>
                </a:solidFill>
              </a:rPr>
              <a:t>Running / jogging     Cycling     Golf     Cricket     Outdoor football     Outdoor tennis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7CC50-F1E9-4202-9654-4F66791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0392D"/>
                </a:solidFill>
              </a:defRPr>
            </a:defPPr>
            <a:lvl1pPr>
              <a:defRPr sz="1350" b="0">
                <a:solidFill>
                  <a:srgbClr val="20392D"/>
                </a:solidFill>
              </a:defRPr>
            </a:lvl1pPr>
            <a:lvl2pPr>
              <a:defRPr sz="1350" b="0">
                <a:solidFill>
                  <a:srgbClr val="20392D"/>
                </a:solidFill>
              </a:defRPr>
            </a:lvl2pPr>
            <a:lvl3pPr>
              <a:defRPr sz="1350" b="0">
                <a:solidFill>
                  <a:srgbClr val="20392D"/>
                </a:solidFill>
              </a:defRPr>
            </a:lvl3pPr>
            <a:lvl4pPr>
              <a:defRPr sz="1350" b="0">
                <a:solidFill>
                  <a:srgbClr val="20392D"/>
                </a:solidFill>
              </a:defRPr>
            </a:lvl4pPr>
            <a:lvl5pPr>
              <a:defRPr sz="1350" b="0">
                <a:solidFill>
                  <a:srgbClr val="20392D"/>
                </a:solidFill>
              </a:defRPr>
            </a:lvl5pPr>
            <a:lvl6pPr>
              <a:defRPr sz="1350" b="0">
                <a:solidFill>
                  <a:srgbClr val="20392D"/>
                </a:solidFill>
              </a:defRPr>
            </a:lvl6pPr>
            <a:lvl7pPr>
              <a:defRPr sz="1350" b="0">
                <a:solidFill>
                  <a:srgbClr val="20392D"/>
                </a:solidFill>
              </a:defRPr>
            </a:lvl7pPr>
            <a:lvl8pPr>
              <a:defRPr sz="1350" b="0">
                <a:solidFill>
                  <a:srgbClr val="20392D"/>
                </a:solidFill>
              </a:defRPr>
            </a:lvl8pPr>
            <a:lvl9pPr>
              <a:defRPr sz="1350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92D"/>
                </a:solidFill>
              </a:defRPr>
            </a:pPr>
            <a:r>
              <a:rPr sz="1350" b="0">
                <a:solidFill>
                  <a:srgbClr val="20392D"/>
                </a:solidFill>
              </a:rPr>
              <a:t>Hiking / nature walk     Picnic / park outing     Outdoor event     Outdoor photography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AA343-6790-4C4E-A841-9F3B4A4C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4756A"/>
                </a:solidFill>
              </a:defRPr>
            </a:defPPr>
            <a:lvl1pPr>
              <a:defRPr sz="1050" b="0">
                <a:solidFill>
                  <a:srgbClr val="64756A"/>
                </a:solidFill>
              </a:defRPr>
            </a:lvl1pPr>
            <a:lvl2pPr>
              <a:defRPr sz="1050" b="0">
                <a:solidFill>
                  <a:srgbClr val="64756A"/>
                </a:solidFill>
              </a:defRPr>
            </a:lvl2pPr>
            <a:lvl3pPr>
              <a:defRPr sz="1050" b="0">
                <a:solidFill>
                  <a:srgbClr val="64756A"/>
                </a:solidFill>
              </a:defRPr>
            </a:lvl3pPr>
            <a:lvl4pPr>
              <a:defRPr sz="1050" b="0">
                <a:solidFill>
                  <a:srgbClr val="64756A"/>
                </a:solidFill>
              </a:defRPr>
            </a:lvl4pPr>
            <a:lvl5pPr>
              <a:defRPr sz="1050" b="0">
                <a:solidFill>
                  <a:srgbClr val="64756A"/>
                </a:solidFill>
              </a:defRPr>
            </a:lvl5pPr>
            <a:lvl6pPr>
              <a:defRPr sz="1050" b="0">
                <a:solidFill>
                  <a:srgbClr val="64756A"/>
                </a:solidFill>
              </a:defRPr>
            </a:lvl6pPr>
            <a:lvl7pPr>
              <a:defRPr sz="1050" b="0">
                <a:solidFill>
                  <a:srgbClr val="64756A"/>
                </a:solidFill>
              </a:defRPr>
            </a:lvl7pPr>
            <a:lvl8pPr>
              <a:defRPr sz="1050" b="0">
                <a:solidFill>
                  <a:srgbClr val="64756A"/>
                </a:solidFill>
              </a:defRPr>
            </a:lvl8pPr>
            <a:lvl9pPr>
              <a:defRPr sz="10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56A"/>
                </a:solidFill>
              </a:defRPr>
            </a:pPr>
            <a:r>
              <a:rPr sz="1050" b="0">
                <a:solidFill>
                  <a:srgbClr val="64756A"/>
                </a:solidFill>
              </a:rPr>
              <a:t>Sensitive details stay in the request and are not persisted. Precautions remain general planning information.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0A28D-CEF7-4EC1-986E-7528E11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64756A"/>
                </a:solidFill>
              </a:defRPr>
            </a:defPPr>
            <a:lvl1pPr>
              <a:defRPr sz="750" b="0">
                <a:solidFill>
                  <a:srgbClr val="64756A"/>
                </a:solidFill>
              </a:defRPr>
            </a:lvl1pPr>
            <a:lvl2pPr>
              <a:defRPr sz="750" b="0">
                <a:solidFill>
                  <a:srgbClr val="64756A"/>
                </a:solidFill>
              </a:defRPr>
            </a:lvl2pPr>
            <a:lvl3pPr>
              <a:defRPr sz="750" b="0">
                <a:solidFill>
                  <a:srgbClr val="64756A"/>
                </a:solidFill>
              </a:defRPr>
            </a:lvl3pPr>
            <a:lvl4pPr>
              <a:defRPr sz="750" b="0">
                <a:solidFill>
                  <a:srgbClr val="64756A"/>
                </a:solidFill>
              </a:defRPr>
            </a:lvl4pPr>
            <a:lvl5pPr>
              <a:defRPr sz="750" b="0">
                <a:solidFill>
                  <a:srgbClr val="64756A"/>
                </a:solidFill>
              </a:defRPr>
            </a:lvl5pPr>
            <a:lvl6pPr>
              <a:defRPr sz="750" b="0">
                <a:solidFill>
                  <a:srgbClr val="64756A"/>
                </a:solidFill>
              </a:defRPr>
            </a:lvl6pPr>
            <a:lvl7pPr>
              <a:defRPr sz="750" b="0">
                <a:solidFill>
                  <a:srgbClr val="64756A"/>
                </a:solidFill>
              </a:defRPr>
            </a:lvl7pPr>
            <a:lvl8pPr>
              <a:defRPr sz="750" b="0">
                <a:solidFill>
                  <a:srgbClr val="64756A"/>
                </a:solidFill>
              </a:defRPr>
            </a:lvl8pPr>
            <a:lvl9pPr>
              <a:defRPr sz="7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4756A"/>
                </a:solidFill>
              </a:defRPr>
            </a:pPr>
            <a:r>
              <a:rPr sz="750" b="0">
                <a:solidFill>
                  <a:srgbClr val="64756A"/>
                </a:solidFill>
              </a:rPr>
              <a:t>GoWise · GeoAI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292615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2414D-C147-4354-B4D3-FA76FB1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E6B4A"/>
                </a:solidFill>
              </a:defRPr>
            </a:defPPr>
            <a:lvl1pPr>
              <a:defRPr sz="1050" b="1">
                <a:solidFill>
                  <a:srgbClr val="2E6B4A"/>
                </a:solidFill>
              </a:defRPr>
            </a:lvl1pPr>
            <a:lvl2pPr>
              <a:defRPr sz="1050" b="1">
                <a:solidFill>
                  <a:srgbClr val="2E6B4A"/>
                </a:solidFill>
              </a:defRPr>
            </a:lvl2pPr>
            <a:lvl3pPr>
              <a:defRPr sz="1050" b="1">
                <a:solidFill>
                  <a:srgbClr val="2E6B4A"/>
                </a:solidFill>
              </a:defRPr>
            </a:lvl3pPr>
            <a:lvl4pPr>
              <a:defRPr sz="1050" b="1">
                <a:solidFill>
                  <a:srgbClr val="2E6B4A"/>
                </a:solidFill>
              </a:defRPr>
            </a:lvl4pPr>
            <a:lvl5pPr>
              <a:defRPr sz="1050" b="1">
                <a:solidFill>
                  <a:srgbClr val="2E6B4A"/>
                </a:solidFill>
              </a:defRPr>
            </a:lvl5pPr>
            <a:lvl6pPr>
              <a:defRPr sz="1050" b="1">
                <a:solidFill>
                  <a:srgbClr val="2E6B4A"/>
                </a:solidFill>
              </a:defRPr>
            </a:lvl6pPr>
            <a:lvl7pPr>
              <a:defRPr sz="1050" b="1">
                <a:solidFill>
                  <a:srgbClr val="2E6B4A"/>
                </a:solidFill>
              </a:defRPr>
            </a:lvl7pPr>
            <a:lvl8pPr>
              <a:defRPr sz="1050" b="1">
                <a:solidFill>
                  <a:srgbClr val="2E6B4A"/>
                </a:solidFill>
              </a:defRPr>
            </a:lvl8pPr>
            <a:lvl9pPr>
              <a:defRPr sz="105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E6B4A"/>
                </a:solidFill>
              </a:defRPr>
            </a:pPr>
            <a:r>
              <a:rPr sz="1050" b="1">
                <a:solidFill>
                  <a:srgbClr val="2E6B4A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8229E-F887-41B9-A974-1CEC8DA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0392D"/>
                </a:solidFill>
              </a:defRPr>
            </a:defPPr>
            <a:lvl1pPr>
              <a:defRPr sz="2850" b="1">
                <a:solidFill>
                  <a:srgbClr val="20392D"/>
                </a:solidFill>
              </a:defRPr>
            </a:lvl1pPr>
            <a:lvl2pPr>
              <a:defRPr sz="2850" b="1">
                <a:solidFill>
                  <a:srgbClr val="20392D"/>
                </a:solidFill>
              </a:defRPr>
            </a:lvl2pPr>
            <a:lvl3pPr>
              <a:defRPr sz="2850" b="1">
                <a:solidFill>
                  <a:srgbClr val="20392D"/>
                </a:solidFill>
              </a:defRPr>
            </a:lvl3pPr>
            <a:lvl4pPr>
              <a:defRPr sz="2850" b="1">
                <a:solidFill>
                  <a:srgbClr val="20392D"/>
                </a:solidFill>
              </a:defRPr>
            </a:lvl4pPr>
            <a:lvl5pPr>
              <a:defRPr sz="2850" b="1">
                <a:solidFill>
                  <a:srgbClr val="20392D"/>
                </a:solidFill>
              </a:defRPr>
            </a:lvl5pPr>
            <a:lvl6pPr>
              <a:defRPr sz="2850" b="1">
                <a:solidFill>
                  <a:srgbClr val="20392D"/>
                </a:solidFill>
              </a:defRPr>
            </a:lvl6pPr>
            <a:lvl7pPr>
              <a:defRPr sz="2850" b="1">
                <a:solidFill>
                  <a:srgbClr val="20392D"/>
                </a:solidFill>
              </a:defRPr>
            </a:lvl7pPr>
            <a:lvl8pPr>
              <a:defRPr sz="2850" b="1">
                <a:solidFill>
                  <a:srgbClr val="20392D"/>
                </a:solidFill>
              </a:defRPr>
            </a:lvl8pPr>
            <a:lvl9pPr>
              <a:defRPr sz="28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92D"/>
                </a:solidFill>
              </a:defRPr>
            </a:pPr>
            <a:r>
              <a:rPr sz="2850" b="1">
                <a:solidFill>
                  <a:srgbClr val="20392D"/>
                </a:solidFill>
              </a:rPr>
              <a:t>Live data, deterministic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14BF0-0CC6-4320-AA59-C1DE4B59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4756A"/>
                </a:solidFill>
              </a:defRPr>
            </a:defPPr>
            <a:lvl1pPr>
              <a:defRPr sz="1350" b="0">
                <a:solidFill>
                  <a:srgbClr val="64756A"/>
                </a:solidFill>
              </a:defRPr>
            </a:lvl1pPr>
            <a:lvl2pPr>
              <a:defRPr sz="1350" b="0">
                <a:solidFill>
                  <a:srgbClr val="64756A"/>
                </a:solidFill>
              </a:defRPr>
            </a:lvl2pPr>
            <a:lvl3pPr>
              <a:defRPr sz="1350" b="0">
                <a:solidFill>
                  <a:srgbClr val="64756A"/>
                </a:solidFill>
              </a:defRPr>
            </a:lvl3pPr>
            <a:lvl4pPr>
              <a:defRPr sz="1350" b="0">
                <a:solidFill>
                  <a:srgbClr val="64756A"/>
                </a:solidFill>
              </a:defRPr>
            </a:lvl4pPr>
            <a:lvl5pPr>
              <a:defRPr sz="1350" b="0">
                <a:solidFill>
                  <a:srgbClr val="64756A"/>
                </a:solidFill>
              </a:defRPr>
            </a:lvl5pPr>
            <a:lvl6pPr>
              <a:defRPr sz="1350" b="0">
                <a:solidFill>
                  <a:srgbClr val="64756A"/>
                </a:solidFill>
              </a:defRPr>
            </a:lvl6pPr>
            <a:lvl7pPr>
              <a:defRPr sz="1350" b="0">
                <a:solidFill>
                  <a:srgbClr val="64756A"/>
                </a:solidFill>
              </a:defRPr>
            </a:lvl7pPr>
            <a:lvl8pPr>
              <a:defRPr sz="1350" b="0">
                <a:solidFill>
                  <a:srgbClr val="64756A"/>
                </a:solidFill>
              </a:defRPr>
            </a:lvl8pPr>
            <a:lvl9pPr>
              <a:defRPr sz="13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56A"/>
                </a:solidFill>
              </a:defRPr>
            </a:pPr>
            <a:r>
              <a:rPr sz="1350" b="0">
                <a:solidFill>
                  <a:srgbClr val="64756A"/>
                </a:solidFill>
              </a:rPr>
              <a:t>The model parses the request and selects evidence. Code fetches, validates, aligns, and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886E1-D51A-4393-80E3-976CF31F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DDF01-5C84-49B9-B336-35D71F1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26F04-60B4-4D0B-A376-E8F5B00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DC430-4840-4C49-8DB3-500B1DA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92D"/>
                </a:solidFill>
              </a:defRPr>
            </a:defPPr>
            <a:lvl1pPr>
              <a:defRPr sz="1425" b="1">
                <a:solidFill>
                  <a:srgbClr val="20392D"/>
                </a:solidFill>
              </a:defRPr>
            </a:lvl1pPr>
            <a:lvl2pPr>
              <a:defRPr sz="1425" b="1">
                <a:solidFill>
                  <a:srgbClr val="20392D"/>
                </a:solidFill>
              </a:defRPr>
            </a:lvl2pPr>
            <a:lvl3pPr>
              <a:defRPr sz="1425" b="1">
                <a:solidFill>
                  <a:srgbClr val="20392D"/>
                </a:solidFill>
              </a:defRPr>
            </a:lvl3pPr>
            <a:lvl4pPr>
              <a:defRPr sz="1425" b="1">
                <a:solidFill>
                  <a:srgbClr val="20392D"/>
                </a:solidFill>
              </a:defRPr>
            </a:lvl4pPr>
            <a:lvl5pPr>
              <a:defRPr sz="1425" b="1">
                <a:solidFill>
                  <a:srgbClr val="20392D"/>
                </a:solidFill>
              </a:defRPr>
            </a:lvl5pPr>
            <a:lvl6pPr>
              <a:defRPr sz="1425" b="1">
                <a:solidFill>
                  <a:srgbClr val="20392D"/>
                </a:solidFill>
              </a:defRPr>
            </a:lvl6pPr>
            <a:lvl7pPr>
              <a:defRPr sz="1425" b="1">
                <a:solidFill>
                  <a:srgbClr val="20392D"/>
                </a:solidFill>
              </a:defRPr>
            </a:lvl7pPr>
            <a:lvl8pPr>
              <a:defRPr sz="1425" b="1">
                <a:solidFill>
                  <a:srgbClr val="20392D"/>
                </a:solidFill>
              </a:defRPr>
            </a:lvl8pPr>
            <a:lvl9pPr>
              <a:defRPr sz="1425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Explicit place,</a:t>
            </a:r>
          </a:p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activity,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16C13-B063-4665-8AB3-2B8D47B9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2190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13A69-DEEA-4C35-8EB9-4178E14B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LOCAL SLM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5334B-337D-49FD-B56D-79A9D10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184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92D"/>
                </a:solidFill>
              </a:defRPr>
            </a:defPPr>
            <a:lvl1pPr>
              <a:defRPr sz="1425" b="1">
                <a:solidFill>
                  <a:srgbClr val="20392D"/>
                </a:solidFill>
              </a:defRPr>
            </a:lvl1pPr>
            <a:lvl2pPr>
              <a:defRPr sz="1425" b="1">
                <a:solidFill>
                  <a:srgbClr val="20392D"/>
                </a:solidFill>
              </a:defRPr>
            </a:lvl2pPr>
            <a:lvl3pPr>
              <a:defRPr sz="1425" b="1">
                <a:solidFill>
                  <a:srgbClr val="20392D"/>
                </a:solidFill>
              </a:defRPr>
            </a:lvl3pPr>
            <a:lvl4pPr>
              <a:defRPr sz="1425" b="1">
                <a:solidFill>
                  <a:srgbClr val="20392D"/>
                </a:solidFill>
              </a:defRPr>
            </a:lvl4pPr>
            <a:lvl5pPr>
              <a:defRPr sz="1425" b="1">
                <a:solidFill>
                  <a:srgbClr val="20392D"/>
                </a:solidFill>
              </a:defRPr>
            </a:lvl5pPr>
            <a:lvl6pPr>
              <a:defRPr sz="1425" b="1">
                <a:solidFill>
                  <a:srgbClr val="20392D"/>
                </a:solidFill>
              </a:defRPr>
            </a:lvl6pPr>
            <a:lvl7pPr>
              <a:defRPr sz="1425" b="1">
                <a:solidFill>
                  <a:srgbClr val="20392D"/>
                </a:solidFill>
              </a:defRPr>
            </a:lvl7pPr>
            <a:lvl8pPr>
              <a:defRPr sz="1425" b="1">
                <a:solidFill>
                  <a:srgbClr val="20392D"/>
                </a:solidFill>
              </a:defRPr>
            </a:lvl8pPr>
            <a:lvl9pPr>
              <a:defRPr sz="1425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Qwen 2.5 1.5B</a:t>
            </a:r>
          </a:p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field extraction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401C6-5D43-46B2-9528-D1FC856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257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A967E-0047-4860-A94B-B1DFF050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OPEN PROVIDERS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B198C-5E35-42DE-A0C2-4D3BB00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92D"/>
                </a:solidFill>
              </a:defRPr>
            </a:defPPr>
            <a:lvl1pPr>
              <a:defRPr sz="1425" b="1">
                <a:solidFill>
                  <a:srgbClr val="20392D"/>
                </a:solidFill>
              </a:defRPr>
            </a:lvl1pPr>
            <a:lvl2pPr>
              <a:defRPr sz="1425" b="1">
                <a:solidFill>
                  <a:srgbClr val="20392D"/>
                </a:solidFill>
              </a:defRPr>
            </a:lvl2pPr>
            <a:lvl3pPr>
              <a:defRPr sz="1425" b="1">
                <a:solidFill>
                  <a:srgbClr val="20392D"/>
                </a:solidFill>
              </a:defRPr>
            </a:lvl3pPr>
            <a:lvl4pPr>
              <a:defRPr sz="1425" b="1">
                <a:solidFill>
                  <a:srgbClr val="20392D"/>
                </a:solidFill>
              </a:defRPr>
            </a:lvl4pPr>
            <a:lvl5pPr>
              <a:defRPr sz="1425" b="1">
                <a:solidFill>
                  <a:srgbClr val="20392D"/>
                </a:solidFill>
              </a:defRPr>
            </a:lvl5pPr>
            <a:lvl6pPr>
              <a:defRPr sz="1425" b="1">
                <a:solidFill>
                  <a:srgbClr val="20392D"/>
                </a:solidFill>
              </a:defRPr>
            </a:lvl6pPr>
            <a:lvl7pPr>
              <a:defRPr sz="1425" b="1">
                <a:solidFill>
                  <a:srgbClr val="20392D"/>
                </a:solidFill>
              </a:defRPr>
            </a:lvl7pPr>
            <a:lvl8pPr>
              <a:defRPr sz="1425" b="1">
                <a:solidFill>
                  <a:srgbClr val="20392D"/>
                </a:solidFill>
              </a:defRPr>
            </a:lvl8pPr>
            <a:lvl9pPr>
              <a:defRPr sz="1425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Nominatim + Overpass</a:t>
            </a:r>
          </a:p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Open-Meteo forecast + AQ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6E12E-E524-473E-8A55-2FE58FB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14F35-7249-416C-8D4D-925B85B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DECISION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E8145-2229-446C-9479-1079FA8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0392D"/>
                </a:solidFill>
              </a:defRPr>
            </a:defPPr>
            <a:lvl1pPr>
              <a:defRPr sz="1425" b="1">
                <a:solidFill>
                  <a:srgbClr val="20392D"/>
                </a:solidFill>
              </a:defRPr>
            </a:lvl1pPr>
            <a:lvl2pPr>
              <a:defRPr sz="1425" b="1">
                <a:solidFill>
                  <a:srgbClr val="20392D"/>
                </a:solidFill>
              </a:defRPr>
            </a:lvl2pPr>
            <a:lvl3pPr>
              <a:defRPr sz="1425" b="1">
                <a:solidFill>
                  <a:srgbClr val="20392D"/>
                </a:solidFill>
              </a:defRPr>
            </a:lvl3pPr>
            <a:lvl4pPr>
              <a:defRPr sz="1425" b="1">
                <a:solidFill>
                  <a:srgbClr val="20392D"/>
                </a:solidFill>
              </a:defRPr>
            </a:lvl4pPr>
            <a:lvl5pPr>
              <a:defRPr sz="1425" b="1">
                <a:solidFill>
                  <a:srgbClr val="20392D"/>
                </a:solidFill>
              </a:defRPr>
            </a:lvl5pPr>
            <a:lvl6pPr>
              <a:defRPr sz="1425" b="1">
                <a:solidFill>
                  <a:srgbClr val="20392D"/>
                </a:solidFill>
              </a:defRPr>
            </a:lvl6pPr>
            <a:lvl7pPr>
              <a:defRPr sz="1425" b="1">
                <a:solidFill>
                  <a:srgbClr val="20392D"/>
                </a:solidFill>
              </a:defRPr>
            </a:lvl7pPr>
            <a:lvl8pPr>
              <a:defRPr sz="1425" b="1">
                <a:solidFill>
                  <a:srgbClr val="20392D"/>
                </a:solidFill>
              </a:defRPr>
            </a:lvl8pPr>
            <a:lvl9pPr>
              <a:defRPr sz="1425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Venue tags + hourly data</a:t>
            </a:r>
          </a:p>
          <a:p xmlns:a="http://schemas.openxmlformats.org/drawingml/2006/main">
            <a:pPr>
              <a:defRPr sz="1425" b="1">
                <a:solidFill>
                  <a:srgbClr val="20392D"/>
                </a:solidFill>
              </a:defRPr>
            </a:pPr>
            <a:r>
              <a:rPr sz="1425" b="1">
                <a:solidFill>
                  <a:srgbClr val="20392D"/>
                </a:solidFill>
              </a:rPr>
              <a:t>Heuristic score +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4780C-CF3B-4348-B361-009857E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43244-B051-403C-96CD-986A027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B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1ACF9-2F1B-46EB-91F5-29D63941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6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A8F70-5177-4C09-B51F-D7AF680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86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2A9C4-91C4-4608-A959-DC9633C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D45B1-043F-4B7A-9561-D981C091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0392D"/>
                </a:solidFill>
              </a:defRPr>
            </a:defPPr>
            <a:lvl1pPr>
              <a:defRPr sz="1350" b="1">
                <a:solidFill>
                  <a:srgbClr val="20392D"/>
                </a:solidFill>
              </a:defRPr>
            </a:lvl1pPr>
            <a:lvl2pPr>
              <a:defRPr sz="1350" b="1">
                <a:solidFill>
                  <a:srgbClr val="20392D"/>
                </a:solidFill>
              </a:defRPr>
            </a:lvl2pPr>
            <a:lvl3pPr>
              <a:defRPr sz="1350" b="1">
                <a:solidFill>
                  <a:srgbClr val="20392D"/>
                </a:solidFill>
              </a:defRPr>
            </a:lvl3pPr>
            <a:lvl4pPr>
              <a:defRPr sz="1350" b="1">
                <a:solidFill>
                  <a:srgbClr val="20392D"/>
                </a:solidFill>
              </a:defRPr>
            </a:lvl4pPr>
            <a:lvl5pPr>
              <a:defRPr sz="1350" b="1">
                <a:solidFill>
                  <a:srgbClr val="20392D"/>
                </a:solidFill>
              </a:defRPr>
            </a:lvl5pPr>
            <a:lvl6pPr>
              <a:defRPr sz="1350" b="1">
                <a:solidFill>
                  <a:srgbClr val="20392D"/>
                </a:solidFill>
              </a:defRPr>
            </a:lvl6pPr>
            <a:lvl7pPr>
              <a:defRPr sz="1350" b="1">
                <a:solidFill>
                  <a:srgbClr val="20392D"/>
                </a:solidFill>
              </a:defRPr>
            </a:lvl7pPr>
            <a:lvl8pPr>
              <a:defRPr sz="1350" b="1">
                <a:solidFill>
                  <a:srgbClr val="20392D"/>
                </a:solidFill>
              </a:defRPr>
            </a:lvl8pPr>
            <a:lvl9pPr>
              <a:defRPr sz="13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0392D"/>
                </a:solidFill>
              </a:defRPr>
            </a:pPr>
            <a:r>
              <a:rPr sz="1350" b="1">
                <a:solidFill>
                  <a:srgbClr val="20392D"/>
                </a:solidFill>
              </a:rPr>
              <a:t>Ranked place / hour options</a:t>
            </a:r>
          </a:p>
          <a:p xmlns:a="http://schemas.openxmlformats.org/drawingml/2006/main">
            <a:pPr>
              <a:defRPr sz="1350" b="1">
                <a:solidFill>
                  <a:srgbClr val="20392D"/>
                </a:solidFill>
              </a:defRPr>
            </a:pPr>
            <a:r>
              <a:rPr sz="1350" b="1">
                <a:solidFill>
                  <a:srgbClr val="20392D"/>
                </a:solidFill>
              </a:rPr>
              <a:t>Map pins · source facts · warnings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DC584-0471-43C9-8871-621106EF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4756A"/>
                </a:solidFill>
              </a:defRPr>
            </a:defPPr>
            <a:lvl1pPr>
              <a:defRPr sz="1125" b="0">
                <a:solidFill>
                  <a:srgbClr val="64756A"/>
                </a:solidFill>
              </a:defRPr>
            </a:lvl1pPr>
            <a:lvl2pPr>
              <a:defRPr sz="1125" b="0">
                <a:solidFill>
                  <a:srgbClr val="64756A"/>
                </a:solidFill>
              </a:defRPr>
            </a:lvl2pPr>
            <a:lvl3pPr>
              <a:defRPr sz="1125" b="0">
                <a:solidFill>
                  <a:srgbClr val="64756A"/>
                </a:solidFill>
              </a:defRPr>
            </a:lvl3pPr>
            <a:lvl4pPr>
              <a:defRPr sz="1125" b="0">
                <a:solidFill>
                  <a:srgbClr val="64756A"/>
                </a:solidFill>
              </a:defRPr>
            </a:lvl4pPr>
            <a:lvl5pPr>
              <a:defRPr sz="1125" b="0">
                <a:solidFill>
                  <a:srgbClr val="64756A"/>
                </a:solidFill>
              </a:defRPr>
            </a:lvl5pPr>
            <a:lvl6pPr>
              <a:defRPr sz="1125" b="0">
                <a:solidFill>
                  <a:srgbClr val="64756A"/>
                </a:solidFill>
              </a:defRPr>
            </a:lvl6pPr>
            <a:lvl7pPr>
              <a:defRPr sz="1125" b="0">
                <a:solidFill>
                  <a:srgbClr val="64756A"/>
                </a:solidFill>
              </a:defRPr>
            </a:lvl7pPr>
            <a:lvl8pPr>
              <a:defRPr sz="1125" b="0">
                <a:solidFill>
                  <a:srgbClr val="64756A"/>
                </a:solidFill>
              </a:defRPr>
            </a:lvl8pPr>
            <a:lvl9pPr>
              <a:defRPr sz="1125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4756A"/>
                </a:solidFill>
              </a:defRPr>
            </a:pPr>
            <a:r>
              <a:rPr sz="1125" b="0">
                <a:solidFill>
                  <a:srgbClr val="64756A"/>
                </a:solidFill>
              </a:rPr>
              <a:t>Provider requests are bounded and cached. No hosted inference API supplies the runtime answer.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CE296-738B-4E37-B5D1-E955C5E7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64756A"/>
                </a:solidFill>
              </a:defRPr>
            </a:defPPr>
            <a:lvl1pPr>
              <a:defRPr sz="750" b="0">
                <a:solidFill>
                  <a:srgbClr val="64756A"/>
                </a:solidFill>
              </a:defRPr>
            </a:lvl1pPr>
            <a:lvl2pPr>
              <a:defRPr sz="750" b="0">
                <a:solidFill>
                  <a:srgbClr val="64756A"/>
                </a:solidFill>
              </a:defRPr>
            </a:lvl2pPr>
            <a:lvl3pPr>
              <a:defRPr sz="750" b="0">
                <a:solidFill>
                  <a:srgbClr val="64756A"/>
                </a:solidFill>
              </a:defRPr>
            </a:lvl3pPr>
            <a:lvl4pPr>
              <a:defRPr sz="750" b="0">
                <a:solidFill>
                  <a:srgbClr val="64756A"/>
                </a:solidFill>
              </a:defRPr>
            </a:lvl4pPr>
            <a:lvl5pPr>
              <a:defRPr sz="750" b="0">
                <a:solidFill>
                  <a:srgbClr val="64756A"/>
                </a:solidFill>
              </a:defRPr>
            </a:lvl5pPr>
            <a:lvl6pPr>
              <a:defRPr sz="750" b="0">
                <a:solidFill>
                  <a:srgbClr val="64756A"/>
                </a:solidFill>
              </a:defRPr>
            </a:lvl6pPr>
            <a:lvl7pPr>
              <a:defRPr sz="750" b="0">
                <a:solidFill>
                  <a:srgbClr val="64756A"/>
                </a:solidFill>
              </a:defRPr>
            </a:lvl7pPr>
            <a:lvl8pPr>
              <a:defRPr sz="750" b="0">
                <a:solidFill>
                  <a:srgbClr val="64756A"/>
                </a:solidFill>
              </a:defRPr>
            </a:lvl8pPr>
            <a:lvl9pPr>
              <a:defRPr sz="7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4756A"/>
                </a:solidFill>
              </a:defRPr>
            </a:pPr>
            <a:r>
              <a:rPr sz="750" b="0">
                <a:solidFill>
                  <a:srgbClr val="64756A"/>
                </a:solidFill>
              </a:rPr>
              <a:t>GoWise · GeoAI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868709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7EDA6-AF82-48BC-99EC-F421643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E6B4A"/>
                </a:solidFill>
              </a:defRPr>
            </a:defPPr>
            <a:lvl1pPr>
              <a:defRPr sz="1050" b="1">
                <a:solidFill>
                  <a:srgbClr val="2E6B4A"/>
                </a:solidFill>
              </a:defRPr>
            </a:lvl1pPr>
            <a:lvl2pPr>
              <a:defRPr sz="1050" b="1">
                <a:solidFill>
                  <a:srgbClr val="2E6B4A"/>
                </a:solidFill>
              </a:defRPr>
            </a:lvl2pPr>
            <a:lvl3pPr>
              <a:defRPr sz="1050" b="1">
                <a:solidFill>
                  <a:srgbClr val="2E6B4A"/>
                </a:solidFill>
              </a:defRPr>
            </a:lvl3pPr>
            <a:lvl4pPr>
              <a:defRPr sz="1050" b="1">
                <a:solidFill>
                  <a:srgbClr val="2E6B4A"/>
                </a:solidFill>
              </a:defRPr>
            </a:lvl4pPr>
            <a:lvl5pPr>
              <a:defRPr sz="1050" b="1">
                <a:solidFill>
                  <a:srgbClr val="2E6B4A"/>
                </a:solidFill>
              </a:defRPr>
            </a:lvl5pPr>
            <a:lvl6pPr>
              <a:defRPr sz="1050" b="1">
                <a:solidFill>
                  <a:srgbClr val="2E6B4A"/>
                </a:solidFill>
              </a:defRPr>
            </a:lvl6pPr>
            <a:lvl7pPr>
              <a:defRPr sz="1050" b="1">
                <a:solidFill>
                  <a:srgbClr val="2E6B4A"/>
                </a:solidFill>
              </a:defRPr>
            </a:lvl7pPr>
            <a:lvl8pPr>
              <a:defRPr sz="1050" b="1">
                <a:solidFill>
                  <a:srgbClr val="2E6B4A"/>
                </a:solidFill>
              </a:defRPr>
            </a:lvl8pPr>
            <a:lvl9pPr>
              <a:defRPr sz="105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E6B4A"/>
                </a:solidFill>
              </a:defRPr>
            </a:pPr>
            <a:r>
              <a:rPr sz="1050" b="1">
                <a:solidFill>
                  <a:srgbClr val="2E6B4A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2E477-F7DB-4D4E-8BFC-DC19A93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0392D"/>
                </a:solidFill>
              </a:defRPr>
            </a:defPPr>
            <a:lvl1pPr>
              <a:defRPr sz="2850" b="1">
                <a:solidFill>
                  <a:srgbClr val="20392D"/>
                </a:solidFill>
              </a:defRPr>
            </a:lvl1pPr>
            <a:lvl2pPr>
              <a:defRPr sz="2850" b="1">
                <a:solidFill>
                  <a:srgbClr val="20392D"/>
                </a:solidFill>
              </a:defRPr>
            </a:lvl2pPr>
            <a:lvl3pPr>
              <a:defRPr sz="2850" b="1">
                <a:solidFill>
                  <a:srgbClr val="20392D"/>
                </a:solidFill>
              </a:defRPr>
            </a:lvl3pPr>
            <a:lvl4pPr>
              <a:defRPr sz="2850" b="1">
                <a:solidFill>
                  <a:srgbClr val="20392D"/>
                </a:solidFill>
              </a:defRPr>
            </a:lvl4pPr>
            <a:lvl5pPr>
              <a:defRPr sz="2850" b="1">
                <a:solidFill>
                  <a:srgbClr val="20392D"/>
                </a:solidFill>
              </a:defRPr>
            </a:lvl5pPr>
            <a:lvl6pPr>
              <a:defRPr sz="2850" b="1">
                <a:solidFill>
                  <a:srgbClr val="20392D"/>
                </a:solidFill>
              </a:defRPr>
            </a:lvl6pPr>
            <a:lvl7pPr>
              <a:defRPr sz="2850" b="1">
                <a:solidFill>
                  <a:srgbClr val="20392D"/>
                </a:solidFill>
              </a:defRPr>
            </a:lvl7pPr>
            <a:lvl8pPr>
              <a:defRPr sz="2850" b="1">
                <a:solidFill>
                  <a:srgbClr val="20392D"/>
                </a:solidFill>
              </a:defRPr>
            </a:lvl8pPr>
            <a:lvl9pPr>
              <a:defRPr sz="2850" b="1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92D"/>
                </a:solidFill>
              </a:defRPr>
            </a:pPr>
            <a:r>
              <a:rPr sz="2850" b="1">
                <a:solidFill>
                  <a:srgbClr val="20392D"/>
                </a:solidFill>
              </a:rPr>
              <a:t>Every recommendation has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7DD18-E90B-4166-968C-EED4A6AA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4756A"/>
                </a:solidFill>
              </a:defRPr>
            </a:defPPr>
            <a:lvl1pPr>
              <a:defRPr sz="1350" b="0">
                <a:solidFill>
                  <a:srgbClr val="64756A"/>
                </a:solidFill>
              </a:defRPr>
            </a:lvl1pPr>
            <a:lvl2pPr>
              <a:defRPr sz="1350" b="0">
                <a:solidFill>
                  <a:srgbClr val="64756A"/>
                </a:solidFill>
              </a:defRPr>
            </a:lvl2pPr>
            <a:lvl3pPr>
              <a:defRPr sz="1350" b="0">
                <a:solidFill>
                  <a:srgbClr val="64756A"/>
                </a:solidFill>
              </a:defRPr>
            </a:lvl3pPr>
            <a:lvl4pPr>
              <a:defRPr sz="1350" b="0">
                <a:solidFill>
                  <a:srgbClr val="64756A"/>
                </a:solidFill>
              </a:defRPr>
            </a:lvl4pPr>
            <a:lvl5pPr>
              <a:defRPr sz="1350" b="0">
                <a:solidFill>
                  <a:srgbClr val="64756A"/>
                </a:solidFill>
              </a:defRPr>
            </a:lvl5pPr>
            <a:lvl6pPr>
              <a:defRPr sz="1350" b="0">
                <a:solidFill>
                  <a:srgbClr val="64756A"/>
                </a:solidFill>
              </a:defRPr>
            </a:lvl6pPr>
            <a:lvl7pPr>
              <a:defRPr sz="1350" b="0">
                <a:solidFill>
                  <a:srgbClr val="64756A"/>
                </a:solidFill>
              </a:defRPr>
            </a:lvl7pPr>
            <a:lvl8pPr>
              <a:defRPr sz="1350" b="0">
                <a:solidFill>
                  <a:srgbClr val="64756A"/>
                </a:solidFill>
              </a:defRPr>
            </a:lvl8pPr>
            <a:lvl9pPr>
              <a:defRPr sz="13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56A"/>
                </a:solidFill>
              </a:defRPr>
            </a:pPr>
            <a:r>
              <a:rPr sz="1350" b="0">
                <a:solidFill>
                  <a:srgbClr val="64756A"/>
                </a:solidFill>
              </a:rPr>
              <a:t>Scores describe available evidence, not certified safety or health.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D5742-1BB5-47B4-9AB1-A4FBB23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21F1B-52A1-496D-AC13-9968A4C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HEURISTIC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290F3-F748-4F9E-8F3A-27E19D7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0392D"/>
                </a:solidFill>
              </a:defRPr>
            </a:defPPr>
            <a:lvl1pPr>
              <a:defRPr sz="1275" b="0">
                <a:solidFill>
                  <a:srgbClr val="20392D"/>
                </a:solidFill>
              </a:defRPr>
            </a:lvl1pPr>
            <a:lvl2pPr>
              <a:defRPr sz="1275" b="0">
                <a:solidFill>
                  <a:srgbClr val="20392D"/>
                </a:solidFill>
              </a:defRPr>
            </a:lvl2pPr>
            <a:lvl3pPr>
              <a:defRPr sz="1275" b="0">
                <a:solidFill>
                  <a:srgbClr val="20392D"/>
                </a:solidFill>
              </a:defRPr>
            </a:lvl3pPr>
            <a:lvl4pPr>
              <a:defRPr sz="1275" b="0">
                <a:solidFill>
                  <a:srgbClr val="20392D"/>
                </a:solidFill>
              </a:defRPr>
            </a:lvl4pPr>
            <a:lvl5pPr>
              <a:defRPr sz="1275" b="0">
                <a:solidFill>
                  <a:srgbClr val="20392D"/>
                </a:solidFill>
              </a:defRPr>
            </a:lvl5pPr>
            <a:lvl6pPr>
              <a:defRPr sz="1275" b="0">
                <a:solidFill>
                  <a:srgbClr val="20392D"/>
                </a:solidFill>
              </a:defRPr>
            </a:lvl6pPr>
            <a:lvl7pPr>
              <a:defRPr sz="1275" b="0">
                <a:solidFill>
                  <a:srgbClr val="20392D"/>
                </a:solidFill>
              </a:defRPr>
            </a:lvl7pPr>
            <a:lvl8pPr>
              <a:defRPr sz="1275" b="0">
                <a:solidFill>
                  <a:srgbClr val="20392D"/>
                </a:solidFill>
              </a:defRPr>
            </a:lvl8pPr>
            <a:lvl9pPr>
              <a:defRPr sz="127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92D"/>
                </a:solidFill>
              </a:defRPr>
            </a:pPr>
            <a:r>
              <a:rPr sz="1275" b="0">
                <a:solidFill>
                  <a:srgbClr val="20392D"/>
                </a:solidFill>
              </a:rPr>
              <a:t>Weather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211C8-CA3A-4F67-B312-BFE9EDFC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57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E4375-4FD5-4592-A9AC-2CEF315D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57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68D71-F844-48F8-9124-F5A4E617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E6B4A"/>
                </a:solidFill>
              </a:defRPr>
            </a:defPPr>
            <a:lvl1pPr>
              <a:defRPr sz="1200" b="1">
                <a:solidFill>
                  <a:srgbClr val="2E6B4A"/>
                </a:solidFill>
              </a:defRPr>
            </a:lvl1pPr>
            <a:lvl2pPr>
              <a:defRPr sz="1200" b="1">
                <a:solidFill>
                  <a:srgbClr val="2E6B4A"/>
                </a:solidFill>
              </a:defRPr>
            </a:lvl2pPr>
            <a:lvl3pPr>
              <a:defRPr sz="1200" b="1">
                <a:solidFill>
                  <a:srgbClr val="2E6B4A"/>
                </a:solidFill>
              </a:defRPr>
            </a:lvl3pPr>
            <a:lvl4pPr>
              <a:defRPr sz="1200" b="1">
                <a:solidFill>
                  <a:srgbClr val="2E6B4A"/>
                </a:solidFill>
              </a:defRPr>
            </a:lvl4pPr>
            <a:lvl5pPr>
              <a:defRPr sz="1200" b="1">
                <a:solidFill>
                  <a:srgbClr val="2E6B4A"/>
                </a:solidFill>
              </a:defRPr>
            </a:lvl5pPr>
            <a:lvl6pPr>
              <a:defRPr sz="1200" b="1">
                <a:solidFill>
                  <a:srgbClr val="2E6B4A"/>
                </a:solidFill>
              </a:defRPr>
            </a:lvl6pPr>
            <a:lvl7pPr>
              <a:defRPr sz="1200" b="1">
                <a:solidFill>
                  <a:srgbClr val="2E6B4A"/>
                </a:solidFill>
              </a:defRPr>
            </a:lvl7pPr>
            <a:lvl8pPr>
              <a:defRPr sz="1200" b="1">
                <a:solidFill>
                  <a:srgbClr val="2E6B4A"/>
                </a:solidFill>
              </a:defRPr>
            </a:lvl8pPr>
            <a:lvl9pPr>
              <a:defRPr sz="12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6B4A"/>
                </a:solidFill>
              </a:defRPr>
            </a:pPr>
            <a:r>
              <a:rPr sz="1200" b="1">
                <a:solidFill>
                  <a:srgbClr val="2E6B4A"/>
                </a:solidFill>
              </a:rPr>
              <a:t>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D23CD-A015-4F23-9E20-0EF05D20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0392D"/>
                </a:solidFill>
              </a:defRPr>
            </a:defPPr>
            <a:lvl1pPr>
              <a:defRPr sz="1275" b="0">
                <a:solidFill>
                  <a:srgbClr val="20392D"/>
                </a:solidFill>
              </a:defRPr>
            </a:lvl1pPr>
            <a:lvl2pPr>
              <a:defRPr sz="1275" b="0">
                <a:solidFill>
                  <a:srgbClr val="20392D"/>
                </a:solidFill>
              </a:defRPr>
            </a:lvl2pPr>
            <a:lvl3pPr>
              <a:defRPr sz="1275" b="0">
                <a:solidFill>
                  <a:srgbClr val="20392D"/>
                </a:solidFill>
              </a:defRPr>
            </a:lvl3pPr>
            <a:lvl4pPr>
              <a:defRPr sz="1275" b="0">
                <a:solidFill>
                  <a:srgbClr val="20392D"/>
                </a:solidFill>
              </a:defRPr>
            </a:lvl4pPr>
            <a:lvl5pPr>
              <a:defRPr sz="1275" b="0">
                <a:solidFill>
                  <a:srgbClr val="20392D"/>
                </a:solidFill>
              </a:defRPr>
            </a:lvl5pPr>
            <a:lvl6pPr>
              <a:defRPr sz="1275" b="0">
                <a:solidFill>
                  <a:srgbClr val="20392D"/>
                </a:solidFill>
              </a:defRPr>
            </a:lvl6pPr>
            <a:lvl7pPr>
              <a:defRPr sz="1275" b="0">
                <a:solidFill>
                  <a:srgbClr val="20392D"/>
                </a:solidFill>
              </a:defRPr>
            </a:lvl7pPr>
            <a:lvl8pPr>
              <a:defRPr sz="1275" b="0">
                <a:solidFill>
                  <a:srgbClr val="20392D"/>
                </a:solidFill>
              </a:defRPr>
            </a:lvl8pPr>
            <a:lvl9pPr>
              <a:defRPr sz="127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92D"/>
                </a:solidFill>
              </a:defRPr>
            </a:pPr>
            <a:r>
              <a:rPr sz="1275" b="0">
                <a:solidFill>
                  <a:srgbClr val="20392D"/>
                </a:solidFill>
              </a:rPr>
              <a:t>Activity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5B32-00A8-4B83-9DF1-0F56C54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289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12099-416F-4D72-A744-0BC70ED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28975"/>
            <a:ext cx="244078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52C90-CE6C-478E-94CD-4013300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E6B4A"/>
                </a:solidFill>
              </a:defRPr>
            </a:defPPr>
            <a:lvl1pPr>
              <a:defRPr sz="1200" b="1">
                <a:solidFill>
                  <a:srgbClr val="2E6B4A"/>
                </a:solidFill>
              </a:defRPr>
            </a:lvl1pPr>
            <a:lvl2pPr>
              <a:defRPr sz="1200" b="1">
                <a:solidFill>
                  <a:srgbClr val="2E6B4A"/>
                </a:solidFill>
              </a:defRPr>
            </a:lvl2pPr>
            <a:lvl3pPr>
              <a:defRPr sz="1200" b="1">
                <a:solidFill>
                  <a:srgbClr val="2E6B4A"/>
                </a:solidFill>
              </a:defRPr>
            </a:lvl3pPr>
            <a:lvl4pPr>
              <a:defRPr sz="1200" b="1">
                <a:solidFill>
                  <a:srgbClr val="2E6B4A"/>
                </a:solidFill>
              </a:defRPr>
            </a:lvl4pPr>
            <a:lvl5pPr>
              <a:defRPr sz="1200" b="1">
                <a:solidFill>
                  <a:srgbClr val="2E6B4A"/>
                </a:solidFill>
              </a:defRPr>
            </a:lvl5pPr>
            <a:lvl6pPr>
              <a:defRPr sz="1200" b="1">
                <a:solidFill>
                  <a:srgbClr val="2E6B4A"/>
                </a:solidFill>
              </a:defRPr>
            </a:lvl6pPr>
            <a:lvl7pPr>
              <a:defRPr sz="1200" b="1">
                <a:solidFill>
                  <a:srgbClr val="2E6B4A"/>
                </a:solidFill>
              </a:defRPr>
            </a:lvl7pPr>
            <a:lvl8pPr>
              <a:defRPr sz="1200" b="1">
                <a:solidFill>
                  <a:srgbClr val="2E6B4A"/>
                </a:solidFill>
              </a:defRPr>
            </a:lvl8pPr>
            <a:lvl9pPr>
              <a:defRPr sz="12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6B4A"/>
                </a:solidFill>
              </a:defRPr>
            </a:pPr>
            <a:r>
              <a:rPr sz="1200" b="1">
                <a:solidFill>
                  <a:srgbClr val="2E6B4A"/>
                </a:solidFill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5FC95-614F-4749-A227-8CE25FC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0392D"/>
                </a:solidFill>
              </a:defRPr>
            </a:defPPr>
            <a:lvl1pPr>
              <a:defRPr sz="1275" b="0">
                <a:solidFill>
                  <a:srgbClr val="20392D"/>
                </a:solidFill>
              </a:defRPr>
            </a:lvl1pPr>
            <a:lvl2pPr>
              <a:defRPr sz="1275" b="0">
                <a:solidFill>
                  <a:srgbClr val="20392D"/>
                </a:solidFill>
              </a:defRPr>
            </a:lvl2pPr>
            <a:lvl3pPr>
              <a:defRPr sz="1275" b="0">
                <a:solidFill>
                  <a:srgbClr val="20392D"/>
                </a:solidFill>
              </a:defRPr>
            </a:lvl3pPr>
            <a:lvl4pPr>
              <a:defRPr sz="1275" b="0">
                <a:solidFill>
                  <a:srgbClr val="20392D"/>
                </a:solidFill>
              </a:defRPr>
            </a:lvl4pPr>
            <a:lvl5pPr>
              <a:defRPr sz="1275" b="0">
                <a:solidFill>
                  <a:srgbClr val="20392D"/>
                </a:solidFill>
              </a:defRPr>
            </a:lvl5pPr>
            <a:lvl6pPr>
              <a:defRPr sz="1275" b="0">
                <a:solidFill>
                  <a:srgbClr val="20392D"/>
                </a:solidFill>
              </a:defRPr>
            </a:lvl6pPr>
            <a:lvl7pPr>
              <a:defRPr sz="1275" b="0">
                <a:solidFill>
                  <a:srgbClr val="20392D"/>
                </a:solidFill>
              </a:defRPr>
            </a:lvl7pPr>
            <a:lvl8pPr>
              <a:defRPr sz="1275" b="0">
                <a:solidFill>
                  <a:srgbClr val="20392D"/>
                </a:solidFill>
              </a:defRPr>
            </a:lvl8pPr>
            <a:lvl9pPr>
              <a:defRPr sz="127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92D"/>
                </a:solidFill>
              </a:defRPr>
            </a:pPr>
            <a:r>
              <a:rPr sz="1275" b="0">
                <a:solidFill>
                  <a:srgbClr val="20392D"/>
                </a:solidFill>
              </a:rPr>
              <a:t>Air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6D386-4341-48CD-A7CD-D0E172B1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00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7A5E8-8660-49E1-B8E0-6743052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00475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00E68-BE10-4D9C-9BF3-24E2C7F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E6B4A"/>
                </a:solidFill>
              </a:defRPr>
            </a:defPPr>
            <a:lvl1pPr>
              <a:defRPr sz="1200" b="1">
                <a:solidFill>
                  <a:srgbClr val="2E6B4A"/>
                </a:solidFill>
              </a:defRPr>
            </a:lvl1pPr>
            <a:lvl2pPr>
              <a:defRPr sz="1200" b="1">
                <a:solidFill>
                  <a:srgbClr val="2E6B4A"/>
                </a:solidFill>
              </a:defRPr>
            </a:lvl2pPr>
            <a:lvl3pPr>
              <a:defRPr sz="1200" b="1">
                <a:solidFill>
                  <a:srgbClr val="2E6B4A"/>
                </a:solidFill>
              </a:defRPr>
            </a:lvl3pPr>
            <a:lvl4pPr>
              <a:defRPr sz="1200" b="1">
                <a:solidFill>
                  <a:srgbClr val="2E6B4A"/>
                </a:solidFill>
              </a:defRPr>
            </a:lvl4pPr>
            <a:lvl5pPr>
              <a:defRPr sz="1200" b="1">
                <a:solidFill>
                  <a:srgbClr val="2E6B4A"/>
                </a:solidFill>
              </a:defRPr>
            </a:lvl5pPr>
            <a:lvl6pPr>
              <a:defRPr sz="1200" b="1">
                <a:solidFill>
                  <a:srgbClr val="2E6B4A"/>
                </a:solidFill>
              </a:defRPr>
            </a:lvl6pPr>
            <a:lvl7pPr>
              <a:defRPr sz="1200" b="1">
                <a:solidFill>
                  <a:srgbClr val="2E6B4A"/>
                </a:solidFill>
              </a:defRPr>
            </a:lvl7pPr>
            <a:lvl8pPr>
              <a:defRPr sz="1200" b="1">
                <a:solidFill>
                  <a:srgbClr val="2E6B4A"/>
                </a:solidFill>
              </a:defRPr>
            </a:lvl8pPr>
            <a:lvl9pPr>
              <a:defRPr sz="12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6B4A"/>
                </a:solidFill>
              </a:defRPr>
            </a:pPr>
            <a:r>
              <a:rPr sz="1200" b="1">
                <a:solidFill>
                  <a:srgbClr val="2E6B4A"/>
                </a:solidFill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63D80-1930-4238-B76E-DA94AC6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0392D"/>
                </a:solidFill>
              </a:defRPr>
            </a:defPPr>
            <a:lvl1pPr>
              <a:defRPr sz="1275" b="0">
                <a:solidFill>
                  <a:srgbClr val="20392D"/>
                </a:solidFill>
              </a:defRPr>
            </a:lvl1pPr>
            <a:lvl2pPr>
              <a:defRPr sz="1275" b="0">
                <a:solidFill>
                  <a:srgbClr val="20392D"/>
                </a:solidFill>
              </a:defRPr>
            </a:lvl2pPr>
            <a:lvl3pPr>
              <a:defRPr sz="1275" b="0">
                <a:solidFill>
                  <a:srgbClr val="20392D"/>
                </a:solidFill>
              </a:defRPr>
            </a:lvl3pPr>
            <a:lvl4pPr>
              <a:defRPr sz="1275" b="0">
                <a:solidFill>
                  <a:srgbClr val="20392D"/>
                </a:solidFill>
              </a:defRPr>
            </a:lvl4pPr>
            <a:lvl5pPr>
              <a:defRPr sz="1275" b="0">
                <a:solidFill>
                  <a:srgbClr val="20392D"/>
                </a:solidFill>
              </a:defRPr>
            </a:lvl5pPr>
            <a:lvl6pPr>
              <a:defRPr sz="1275" b="0">
                <a:solidFill>
                  <a:srgbClr val="20392D"/>
                </a:solidFill>
              </a:defRPr>
            </a:lvl6pPr>
            <a:lvl7pPr>
              <a:defRPr sz="1275" b="0">
                <a:solidFill>
                  <a:srgbClr val="20392D"/>
                </a:solidFill>
              </a:defRPr>
            </a:lvl7pPr>
            <a:lvl8pPr>
              <a:defRPr sz="1275" b="0">
                <a:solidFill>
                  <a:srgbClr val="20392D"/>
                </a:solidFill>
              </a:defRPr>
            </a:lvl8pPr>
            <a:lvl9pPr>
              <a:defRPr sz="127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92D"/>
                </a:solidFill>
              </a:defRPr>
            </a:pPr>
            <a:r>
              <a:rPr sz="1275" b="0">
                <a:solidFill>
                  <a:srgbClr val="20392D"/>
                </a:solidFill>
              </a:rPr>
              <a:t>Mapped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61DC9-04DF-41AC-80FA-31FB984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719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E3C7E-B918-43B4-9F91-CE512DA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71975"/>
            <a:ext cx="9763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B046F-B49C-426C-B84B-8C2FB90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E6B4A"/>
                </a:solidFill>
              </a:defRPr>
            </a:defPPr>
            <a:lvl1pPr>
              <a:defRPr sz="1200" b="1">
                <a:solidFill>
                  <a:srgbClr val="2E6B4A"/>
                </a:solidFill>
              </a:defRPr>
            </a:lvl1pPr>
            <a:lvl2pPr>
              <a:defRPr sz="1200" b="1">
                <a:solidFill>
                  <a:srgbClr val="2E6B4A"/>
                </a:solidFill>
              </a:defRPr>
            </a:lvl2pPr>
            <a:lvl3pPr>
              <a:defRPr sz="1200" b="1">
                <a:solidFill>
                  <a:srgbClr val="2E6B4A"/>
                </a:solidFill>
              </a:defRPr>
            </a:lvl3pPr>
            <a:lvl4pPr>
              <a:defRPr sz="1200" b="1">
                <a:solidFill>
                  <a:srgbClr val="2E6B4A"/>
                </a:solidFill>
              </a:defRPr>
            </a:lvl4pPr>
            <a:lvl5pPr>
              <a:defRPr sz="1200" b="1">
                <a:solidFill>
                  <a:srgbClr val="2E6B4A"/>
                </a:solidFill>
              </a:defRPr>
            </a:lvl5pPr>
            <a:lvl6pPr>
              <a:defRPr sz="1200" b="1">
                <a:solidFill>
                  <a:srgbClr val="2E6B4A"/>
                </a:solidFill>
              </a:defRPr>
            </a:lvl6pPr>
            <a:lvl7pPr>
              <a:defRPr sz="1200" b="1">
                <a:solidFill>
                  <a:srgbClr val="2E6B4A"/>
                </a:solidFill>
              </a:defRPr>
            </a:lvl7pPr>
            <a:lvl8pPr>
              <a:defRPr sz="1200" b="1">
                <a:solidFill>
                  <a:srgbClr val="2E6B4A"/>
                </a:solidFill>
              </a:defRPr>
            </a:lvl8pPr>
            <a:lvl9pPr>
              <a:defRPr sz="12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6B4A"/>
                </a:solidFill>
              </a:defRPr>
            </a:pPr>
            <a:r>
              <a:rPr sz="1200" b="1">
                <a:solidFill>
                  <a:srgbClr val="2E6B4A"/>
                </a:solidFill>
              </a:rPr>
              <a:t>10%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7F176-1DFC-4913-A989-6A936EF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0392D"/>
                </a:solidFill>
              </a:defRPr>
            </a:defPPr>
            <a:lvl1pPr>
              <a:defRPr sz="1275" b="0">
                <a:solidFill>
                  <a:srgbClr val="20392D"/>
                </a:solidFill>
              </a:defRPr>
            </a:lvl1pPr>
            <a:lvl2pPr>
              <a:defRPr sz="1275" b="0">
                <a:solidFill>
                  <a:srgbClr val="20392D"/>
                </a:solidFill>
              </a:defRPr>
            </a:lvl2pPr>
            <a:lvl3pPr>
              <a:defRPr sz="1275" b="0">
                <a:solidFill>
                  <a:srgbClr val="20392D"/>
                </a:solidFill>
              </a:defRPr>
            </a:lvl3pPr>
            <a:lvl4pPr>
              <a:defRPr sz="1275" b="0">
                <a:solidFill>
                  <a:srgbClr val="20392D"/>
                </a:solidFill>
              </a:defRPr>
            </a:lvl4pPr>
            <a:lvl5pPr>
              <a:defRPr sz="1275" b="0">
                <a:solidFill>
                  <a:srgbClr val="20392D"/>
                </a:solidFill>
              </a:defRPr>
            </a:lvl5pPr>
            <a:lvl6pPr>
              <a:defRPr sz="1275" b="0">
                <a:solidFill>
                  <a:srgbClr val="20392D"/>
                </a:solidFill>
              </a:defRPr>
            </a:lvl6pPr>
            <a:lvl7pPr>
              <a:defRPr sz="1275" b="0">
                <a:solidFill>
                  <a:srgbClr val="20392D"/>
                </a:solidFill>
              </a:defRPr>
            </a:lvl7pPr>
            <a:lvl8pPr>
              <a:defRPr sz="1275" b="0">
                <a:solidFill>
                  <a:srgbClr val="20392D"/>
                </a:solidFill>
              </a:defRPr>
            </a:lvl8pPr>
            <a:lvl9pPr>
              <a:defRPr sz="127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92D"/>
                </a:solidFill>
              </a:defRPr>
            </a:pPr>
            <a:r>
              <a:rPr sz="1275" b="0">
                <a:solidFill>
                  <a:srgbClr val="20392D"/>
                </a:solidFill>
              </a:rPr>
              <a:t>Daylight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D0E10-5DBB-4CE1-A150-C3FD42B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43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7EAAD-C6FB-468B-8F81-1E61016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43475"/>
            <a:ext cx="4881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F6B86-9D6C-4076-B61F-85F4C9D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E6B4A"/>
                </a:solidFill>
              </a:defRPr>
            </a:defPPr>
            <a:lvl1pPr>
              <a:defRPr sz="1200" b="1">
                <a:solidFill>
                  <a:srgbClr val="2E6B4A"/>
                </a:solidFill>
              </a:defRPr>
            </a:lvl1pPr>
            <a:lvl2pPr>
              <a:defRPr sz="1200" b="1">
                <a:solidFill>
                  <a:srgbClr val="2E6B4A"/>
                </a:solidFill>
              </a:defRPr>
            </a:lvl2pPr>
            <a:lvl3pPr>
              <a:defRPr sz="1200" b="1">
                <a:solidFill>
                  <a:srgbClr val="2E6B4A"/>
                </a:solidFill>
              </a:defRPr>
            </a:lvl3pPr>
            <a:lvl4pPr>
              <a:defRPr sz="1200" b="1">
                <a:solidFill>
                  <a:srgbClr val="2E6B4A"/>
                </a:solidFill>
              </a:defRPr>
            </a:lvl4pPr>
            <a:lvl5pPr>
              <a:defRPr sz="1200" b="1">
                <a:solidFill>
                  <a:srgbClr val="2E6B4A"/>
                </a:solidFill>
              </a:defRPr>
            </a:lvl5pPr>
            <a:lvl6pPr>
              <a:defRPr sz="1200" b="1">
                <a:solidFill>
                  <a:srgbClr val="2E6B4A"/>
                </a:solidFill>
              </a:defRPr>
            </a:lvl6pPr>
            <a:lvl7pPr>
              <a:defRPr sz="1200" b="1">
                <a:solidFill>
                  <a:srgbClr val="2E6B4A"/>
                </a:solidFill>
              </a:defRPr>
            </a:lvl7pPr>
            <a:lvl8pPr>
              <a:defRPr sz="1200" b="1">
                <a:solidFill>
                  <a:srgbClr val="2E6B4A"/>
                </a:solidFill>
              </a:defRPr>
            </a:lvl8pPr>
            <a:lvl9pPr>
              <a:defRPr sz="12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E6B4A"/>
                </a:solidFill>
              </a:defRPr>
            </a:pPr>
            <a:r>
              <a:rPr sz="1200" b="1">
                <a:solidFill>
                  <a:srgbClr val="2E6B4A"/>
                </a:solidFill>
              </a:rPr>
              <a:t>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E4154-4326-4489-AC48-E932EF8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8969A-C03E-40BB-8A8D-16869DA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EVIDENCE SHOWN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B367C-A025-4B1E-9CA3-9DBB1D24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0392D"/>
                </a:solidFill>
              </a:defRPr>
            </a:defPPr>
            <a:lvl1pPr>
              <a:defRPr sz="1425" b="0">
                <a:solidFill>
                  <a:srgbClr val="20392D"/>
                </a:solidFill>
              </a:defRPr>
            </a:lvl1pPr>
            <a:lvl2pPr>
              <a:defRPr sz="1425" b="0">
                <a:solidFill>
                  <a:srgbClr val="20392D"/>
                </a:solidFill>
              </a:defRPr>
            </a:lvl2pPr>
            <a:lvl3pPr>
              <a:defRPr sz="1425" b="0">
                <a:solidFill>
                  <a:srgbClr val="20392D"/>
                </a:solidFill>
              </a:defRPr>
            </a:lvl3pPr>
            <a:lvl4pPr>
              <a:defRPr sz="1425" b="0">
                <a:solidFill>
                  <a:srgbClr val="20392D"/>
                </a:solidFill>
              </a:defRPr>
            </a:lvl4pPr>
            <a:lvl5pPr>
              <a:defRPr sz="1425" b="0">
                <a:solidFill>
                  <a:srgbClr val="20392D"/>
                </a:solidFill>
              </a:defRPr>
            </a:lvl5pPr>
            <a:lvl6pPr>
              <a:defRPr sz="1425" b="0">
                <a:solidFill>
                  <a:srgbClr val="20392D"/>
                </a:solidFill>
              </a:defRPr>
            </a:lvl6pPr>
            <a:lvl7pPr>
              <a:defRPr sz="1425" b="0">
                <a:solidFill>
                  <a:srgbClr val="20392D"/>
                </a:solidFill>
              </a:defRPr>
            </a:lvl7pPr>
            <a:lvl8pPr>
              <a:defRPr sz="1425" b="0">
                <a:solidFill>
                  <a:srgbClr val="20392D"/>
                </a:solidFill>
              </a:defRPr>
            </a:lvl8pPr>
            <a:lvl9pPr>
              <a:defRPr sz="1425" b="0">
                <a:solidFill>
                  <a:srgbClr val="20392D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0392D"/>
                </a:solidFill>
              </a:defRPr>
            </a:pPr>
            <a:r>
              <a:rPr sz="1425" b="0">
                <a:solidFill>
                  <a:srgbClr val="20392D"/>
                </a:solidFill>
              </a:rPr>
              <a:t>Forecast values include source, valid time, and fetch time. Missing weather blocks a recommendation. Missing AQ or context lowers coverage.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28459-7A2F-4E34-9338-C5B08A1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4756A"/>
                </a:solidFill>
              </a:defRPr>
            </a:defPPr>
            <a:lvl1pPr>
              <a:defRPr sz="1275" b="0">
                <a:solidFill>
                  <a:srgbClr val="64756A"/>
                </a:solidFill>
              </a:defRPr>
            </a:lvl1pPr>
            <a:lvl2pPr>
              <a:defRPr sz="1275" b="0">
                <a:solidFill>
                  <a:srgbClr val="64756A"/>
                </a:solidFill>
              </a:defRPr>
            </a:lvl2pPr>
            <a:lvl3pPr>
              <a:defRPr sz="1275" b="0">
                <a:solidFill>
                  <a:srgbClr val="64756A"/>
                </a:solidFill>
              </a:defRPr>
            </a:lvl3pPr>
            <a:lvl4pPr>
              <a:defRPr sz="1275" b="0">
                <a:solidFill>
                  <a:srgbClr val="64756A"/>
                </a:solidFill>
              </a:defRPr>
            </a:lvl4pPr>
            <a:lvl5pPr>
              <a:defRPr sz="1275" b="0">
                <a:solidFill>
                  <a:srgbClr val="64756A"/>
                </a:solidFill>
              </a:defRPr>
            </a:lvl5pPr>
            <a:lvl6pPr>
              <a:defRPr sz="1275" b="0">
                <a:solidFill>
                  <a:srgbClr val="64756A"/>
                </a:solidFill>
              </a:defRPr>
            </a:lvl6pPr>
            <a:lvl7pPr>
              <a:defRPr sz="1275" b="0">
                <a:solidFill>
                  <a:srgbClr val="64756A"/>
                </a:solidFill>
              </a:defRPr>
            </a:lvl7pPr>
            <a:lvl8pPr>
              <a:defRPr sz="1275" b="0">
                <a:solidFill>
                  <a:srgbClr val="64756A"/>
                </a:solidFill>
              </a:defRPr>
            </a:lvl8pPr>
            <a:lvl9pPr>
              <a:defRPr sz="1275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4756A"/>
                </a:solidFill>
              </a:defRPr>
            </a:pPr>
            <a:r>
              <a:rPr sz="1275" b="0">
                <a:solidFill>
                  <a:srgbClr val="64756A"/>
                </a:solidFill>
              </a:rPr>
              <a:t>OSM tags establish mapped venue fit. Road distance is a proximity proxy, never live traffic. Air quality is regional model guidance.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2697F-6F2D-4C05-B81D-7819332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29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6B4A"/>
                </a:solidFill>
              </a:defRPr>
            </a:defPPr>
            <a:lvl1pPr>
              <a:defRPr sz="900" b="1">
                <a:solidFill>
                  <a:srgbClr val="2E6B4A"/>
                </a:solidFill>
              </a:defRPr>
            </a:lvl1pPr>
            <a:lvl2pPr>
              <a:defRPr sz="900" b="1">
                <a:solidFill>
                  <a:srgbClr val="2E6B4A"/>
                </a:solidFill>
              </a:defRPr>
            </a:lvl2pPr>
            <a:lvl3pPr>
              <a:defRPr sz="900" b="1">
                <a:solidFill>
                  <a:srgbClr val="2E6B4A"/>
                </a:solidFill>
              </a:defRPr>
            </a:lvl3pPr>
            <a:lvl4pPr>
              <a:defRPr sz="900" b="1">
                <a:solidFill>
                  <a:srgbClr val="2E6B4A"/>
                </a:solidFill>
              </a:defRPr>
            </a:lvl4pPr>
            <a:lvl5pPr>
              <a:defRPr sz="900" b="1">
                <a:solidFill>
                  <a:srgbClr val="2E6B4A"/>
                </a:solidFill>
              </a:defRPr>
            </a:lvl5pPr>
            <a:lvl6pPr>
              <a:defRPr sz="900" b="1">
                <a:solidFill>
                  <a:srgbClr val="2E6B4A"/>
                </a:solidFill>
              </a:defRPr>
            </a:lvl6pPr>
            <a:lvl7pPr>
              <a:defRPr sz="900" b="1">
                <a:solidFill>
                  <a:srgbClr val="2E6B4A"/>
                </a:solidFill>
              </a:defRPr>
            </a:lvl7pPr>
            <a:lvl8pPr>
              <a:defRPr sz="900" b="1">
                <a:solidFill>
                  <a:srgbClr val="2E6B4A"/>
                </a:solidFill>
              </a:defRPr>
            </a:lvl8pPr>
            <a:lvl9pPr>
              <a:defRPr sz="900" b="1">
                <a:solidFill>
                  <a:srgbClr val="2E6B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6B4A"/>
                </a:solidFill>
              </a:defRPr>
            </a:pPr>
            <a:r>
              <a:rPr sz="900" b="1">
                <a:solidFill>
                  <a:srgbClr val="2E6B4A"/>
                </a:solidFill>
              </a:rPr>
              <a:t>© OpenStreetMap contributors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54635-E46B-4410-AB0C-49F5948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64756A"/>
                </a:solidFill>
              </a:defRPr>
            </a:defPPr>
            <a:lvl1pPr>
              <a:defRPr sz="750" b="0">
                <a:solidFill>
                  <a:srgbClr val="64756A"/>
                </a:solidFill>
              </a:defRPr>
            </a:lvl1pPr>
            <a:lvl2pPr>
              <a:defRPr sz="750" b="0">
                <a:solidFill>
                  <a:srgbClr val="64756A"/>
                </a:solidFill>
              </a:defRPr>
            </a:lvl2pPr>
            <a:lvl3pPr>
              <a:defRPr sz="750" b="0">
                <a:solidFill>
                  <a:srgbClr val="64756A"/>
                </a:solidFill>
              </a:defRPr>
            </a:lvl3pPr>
            <a:lvl4pPr>
              <a:defRPr sz="750" b="0">
                <a:solidFill>
                  <a:srgbClr val="64756A"/>
                </a:solidFill>
              </a:defRPr>
            </a:lvl4pPr>
            <a:lvl5pPr>
              <a:defRPr sz="750" b="0">
                <a:solidFill>
                  <a:srgbClr val="64756A"/>
                </a:solidFill>
              </a:defRPr>
            </a:lvl5pPr>
            <a:lvl6pPr>
              <a:defRPr sz="750" b="0">
                <a:solidFill>
                  <a:srgbClr val="64756A"/>
                </a:solidFill>
              </a:defRPr>
            </a:lvl6pPr>
            <a:lvl7pPr>
              <a:defRPr sz="750" b="0">
                <a:solidFill>
                  <a:srgbClr val="64756A"/>
                </a:solidFill>
              </a:defRPr>
            </a:lvl7pPr>
            <a:lvl8pPr>
              <a:defRPr sz="750" b="0">
                <a:solidFill>
                  <a:srgbClr val="64756A"/>
                </a:solidFill>
              </a:defRPr>
            </a:lvl8pPr>
            <a:lvl9pPr>
              <a:defRPr sz="750" b="0">
                <a:solidFill>
                  <a:srgbClr val="64756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4756A"/>
                </a:solidFill>
              </a:defRPr>
            </a:pPr>
            <a:r>
              <a:rPr sz="750" b="0">
                <a:solidFill>
                  <a:srgbClr val="64756A"/>
                </a:solidFill>
              </a:rPr>
              <a:t>GoWise · GeoAI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726188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5B735-D7D5-4029-8643-E13CB92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E3B65E"/>
                </a:solidFill>
              </a:defRPr>
            </a:defPPr>
            <a:lvl1pPr>
              <a:defRPr sz="975" b="1">
                <a:solidFill>
                  <a:srgbClr val="E3B65E"/>
                </a:solidFill>
              </a:defRPr>
            </a:lvl1pPr>
            <a:lvl2pPr>
              <a:defRPr sz="975" b="1">
                <a:solidFill>
                  <a:srgbClr val="E3B65E"/>
                </a:solidFill>
              </a:defRPr>
            </a:lvl2pPr>
            <a:lvl3pPr>
              <a:defRPr sz="975" b="1">
                <a:solidFill>
                  <a:srgbClr val="E3B65E"/>
                </a:solidFill>
              </a:defRPr>
            </a:lvl3pPr>
            <a:lvl4pPr>
              <a:defRPr sz="975" b="1">
                <a:solidFill>
                  <a:srgbClr val="E3B65E"/>
                </a:solidFill>
              </a:defRPr>
            </a:lvl4pPr>
            <a:lvl5pPr>
              <a:defRPr sz="975" b="1">
                <a:solidFill>
                  <a:srgbClr val="E3B65E"/>
                </a:solidFill>
              </a:defRPr>
            </a:lvl5pPr>
            <a:lvl6pPr>
              <a:defRPr sz="975" b="1">
                <a:solidFill>
                  <a:srgbClr val="E3B65E"/>
                </a:solidFill>
              </a:defRPr>
            </a:lvl6pPr>
            <a:lvl7pPr>
              <a:defRPr sz="975" b="1">
                <a:solidFill>
                  <a:srgbClr val="E3B65E"/>
                </a:solidFill>
              </a:defRPr>
            </a:lvl7pPr>
            <a:lvl8pPr>
              <a:defRPr sz="975" b="1">
                <a:solidFill>
                  <a:srgbClr val="E3B65E"/>
                </a:solidFill>
              </a:defRPr>
            </a:lvl8pPr>
            <a:lvl9pPr>
              <a:defRPr sz="975" b="1">
                <a:solidFill>
                  <a:srgbClr val="E3B65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3B65E"/>
                </a:solidFill>
              </a:defRPr>
            </a:pPr>
            <a:r>
              <a:rPr sz="975" b="1">
                <a:solidFill>
                  <a:srgbClr val="E3B65E"/>
                </a:solidFill>
              </a:rPr>
              <a:t>05  / 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8FF0C-CDFD-4F66-B257-4274A4C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FFFFFF"/>
                </a:solidFill>
              </a:defRPr>
            </a:defPPr>
            <a:lvl1pPr>
              <a:defRPr sz="3000" b="1">
                <a:solidFill>
                  <a:srgbClr val="FFFFFF"/>
                </a:solidFill>
              </a:defRPr>
            </a:lvl1pPr>
            <a:lvl2pPr>
              <a:defRPr sz="3000" b="1">
                <a:solidFill>
                  <a:srgbClr val="FFFFFF"/>
                </a:solidFill>
              </a:defRPr>
            </a:lvl2pPr>
            <a:lvl3pPr>
              <a:defRPr sz="3000" b="1">
                <a:solidFill>
                  <a:srgbClr val="FFFFFF"/>
                </a:solidFill>
              </a:defRPr>
            </a:lvl3pPr>
            <a:lvl4pPr>
              <a:defRPr sz="3000" b="1">
                <a:solidFill>
                  <a:srgbClr val="FFFFFF"/>
                </a:solidFill>
              </a:defRPr>
            </a:lvl4pPr>
            <a:lvl5pPr>
              <a:defRPr sz="3000" b="1">
                <a:solidFill>
                  <a:srgbClr val="FFFFFF"/>
                </a:solidFill>
              </a:defRPr>
            </a:lvl5pPr>
            <a:lvl6pPr>
              <a:defRPr sz="3000" b="1">
                <a:solidFill>
                  <a:srgbClr val="FFFFFF"/>
                </a:solidFill>
              </a:defRPr>
            </a:lvl6pPr>
            <a:lvl7pPr>
              <a:defRPr sz="3000" b="1">
                <a:solidFill>
                  <a:srgbClr val="FFFFFF"/>
                </a:solidFill>
              </a:defRPr>
            </a:lvl7pPr>
            <a:lvl8pPr>
              <a:defRPr sz="3000" b="1">
                <a:solidFill>
                  <a:srgbClr val="FFFFFF"/>
                </a:solidFill>
              </a:defRPr>
            </a:lvl8pPr>
            <a:lvl9pPr>
              <a:defRPr sz="3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What is ready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E833E-BF2E-4E29-B77D-41C4755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D096A-FFEB-4FE6-A3B7-AC6D941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D3AD"/>
                </a:solidFill>
              </a:defRPr>
            </a:defPPr>
            <a:lvl1pPr>
              <a:defRPr sz="900" b="1">
                <a:solidFill>
                  <a:srgbClr val="A8D3AD"/>
                </a:solidFill>
              </a:defRPr>
            </a:lvl1pPr>
            <a:lvl2pPr>
              <a:defRPr sz="900" b="1">
                <a:solidFill>
                  <a:srgbClr val="A8D3AD"/>
                </a:solidFill>
              </a:defRPr>
            </a:lvl2pPr>
            <a:lvl3pPr>
              <a:defRPr sz="900" b="1">
                <a:solidFill>
                  <a:srgbClr val="A8D3AD"/>
                </a:solidFill>
              </a:defRPr>
            </a:lvl3pPr>
            <a:lvl4pPr>
              <a:defRPr sz="900" b="1">
                <a:solidFill>
                  <a:srgbClr val="A8D3AD"/>
                </a:solidFill>
              </a:defRPr>
            </a:lvl4pPr>
            <a:lvl5pPr>
              <a:defRPr sz="900" b="1">
                <a:solidFill>
                  <a:srgbClr val="A8D3AD"/>
                </a:solidFill>
              </a:defRPr>
            </a:lvl5pPr>
            <a:lvl6pPr>
              <a:defRPr sz="900" b="1">
                <a:solidFill>
                  <a:srgbClr val="A8D3AD"/>
                </a:solidFill>
              </a:defRPr>
            </a:lvl6pPr>
            <a:lvl7pPr>
              <a:defRPr sz="900" b="1">
                <a:solidFill>
                  <a:srgbClr val="A8D3AD"/>
                </a:solidFill>
              </a:defRPr>
            </a:lvl7pPr>
            <a:lvl8pPr>
              <a:defRPr sz="900" b="1">
                <a:solidFill>
                  <a:srgbClr val="A8D3AD"/>
                </a:solidFill>
              </a:defRPr>
            </a:lvl8pPr>
            <a:lvl9pPr>
              <a:defRPr sz="900" b="1">
                <a:solidFill>
                  <a:srgbClr val="A8D3A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D3AD"/>
                </a:solidFill>
              </a:defRPr>
            </a:pPr>
            <a:r>
              <a:rPr sz="900" b="1">
                <a:solidFill>
                  <a:srgbClr val="A8D3AD"/>
                </a:solidFill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E1880-383C-4661-A128-DD5BB8A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905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React planner and map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FastAPI schemas and pipeline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Ten activity rules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Provider error handling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35 mocked/unit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AEB6E-BB90-4426-8B83-02FA8598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1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53B87-38D5-43F3-ABD0-9DF0210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E3B65E"/>
                </a:solidFill>
              </a:defRPr>
            </a:defPPr>
            <a:lvl1pPr>
              <a:defRPr sz="900" b="1">
                <a:solidFill>
                  <a:srgbClr val="E3B65E"/>
                </a:solidFill>
              </a:defRPr>
            </a:lvl1pPr>
            <a:lvl2pPr>
              <a:defRPr sz="900" b="1">
                <a:solidFill>
                  <a:srgbClr val="E3B65E"/>
                </a:solidFill>
              </a:defRPr>
            </a:lvl2pPr>
            <a:lvl3pPr>
              <a:defRPr sz="900" b="1">
                <a:solidFill>
                  <a:srgbClr val="E3B65E"/>
                </a:solidFill>
              </a:defRPr>
            </a:lvl3pPr>
            <a:lvl4pPr>
              <a:defRPr sz="900" b="1">
                <a:solidFill>
                  <a:srgbClr val="E3B65E"/>
                </a:solidFill>
              </a:defRPr>
            </a:lvl4pPr>
            <a:lvl5pPr>
              <a:defRPr sz="900" b="1">
                <a:solidFill>
                  <a:srgbClr val="E3B65E"/>
                </a:solidFill>
              </a:defRPr>
            </a:lvl5pPr>
            <a:lvl6pPr>
              <a:defRPr sz="900" b="1">
                <a:solidFill>
                  <a:srgbClr val="E3B65E"/>
                </a:solidFill>
              </a:defRPr>
            </a:lvl6pPr>
            <a:lvl7pPr>
              <a:defRPr sz="900" b="1">
                <a:solidFill>
                  <a:srgbClr val="E3B65E"/>
                </a:solidFill>
              </a:defRPr>
            </a:lvl7pPr>
            <a:lvl8pPr>
              <a:defRPr sz="900" b="1">
                <a:solidFill>
                  <a:srgbClr val="E3B65E"/>
                </a:solidFill>
              </a:defRPr>
            </a:lvl8pPr>
            <a:lvl9pPr>
              <a:defRPr sz="900" b="1">
                <a:solidFill>
                  <a:srgbClr val="E3B65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3B65E"/>
                </a:solidFill>
              </a:defRPr>
            </a:pPr>
            <a:r>
              <a:rPr sz="900" b="1">
                <a:solidFill>
                  <a:srgbClr val="E3B65E"/>
                </a:solidFill>
              </a:rPr>
              <a:t>STILL TO 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D2229-2215-47F1-AF14-10E70620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0985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Local model downloads and loads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Live upstream query succeeds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Docker image builds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Public team model repo meets rules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Hosted endpoint stays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17D62-6355-4093-9383-67CEC85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2D0C4"/>
                </a:solidFill>
              </a:defRPr>
            </a:defPPr>
            <a:lvl1pPr>
              <a:defRPr sz="1200" b="0">
                <a:solidFill>
                  <a:srgbClr val="C2D0C4"/>
                </a:solidFill>
              </a:defRPr>
            </a:lvl1pPr>
            <a:lvl2pPr>
              <a:defRPr sz="1200" b="0">
                <a:solidFill>
                  <a:srgbClr val="C2D0C4"/>
                </a:solidFill>
              </a:defRPr>
            </a:lvl2pPr>
            <a:lvl3pPr>
              <a:defRPr sz="1200" b="0">
                <a:solidFill>
                  <a:srgbClr val="C2D0C4"/>
                </a:solidFill>
              </a:defRPr>
            </a:lvl3pPr>
            <a:lvl4pPr>
              <a:defRPr sz="1200" b="0">
                <a:solidFill>
                  <a:srgbClr val="C2D0C4"/>
                </a:solidFill>
              </a:defRPr>
            </a:lvl4pPr>
            <a:lvl5pPr>
              <a:defRPr sz="1200" b="0">
                <a:solidFill>
                  <a:srgbClr val="C2D0C4"/>
                </a:solidFill>
              </a:defRPr>
            </a:lvl5pPr>
            <a:lvl6pPr>
              <a:defRPr sz="1200" b="0">
                <a:solidFill>
                  <a:srgbClr val="C2D0C4"/>
                </a:solidFill>
              </a:defRPr>
            </a:lvl6pPr>
            <a:lvl7pPr>
              <a:defRPr sz="1200" b="0">
                <a:solidFill>
                  <a:srgbClr val="C2D0C4"/>
                </a:solidFill>
              </a:defRPr>
            </a:lvl7pPr>
            <a:lvl8pPr>
              <a:defRPr sz="1200" b="0">
                <a:solidFill>
                  <a:srgbClr val="C2D0C4"/>
                </a:solidFill>
              </a:defRPr>
            </a:lvl8pPr>
            <a:lvl9pPr>
              <a:defRPr sz="1200" b="0">
                <a:solidFill>
                  <a:srgbClr val="C2D0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2D0C4"/>
                </a:solidFill>
              </a:defRPr>
            </a:pPr>
            <a:r>
              <a:rPr sz="1200" b="0">
                <a:solidFill>
                  <a:srgbClr val="C2D0C4"/>
                </a:solidFill>
              </a:rPr>
              <a:t>No public deployment, team model repository, or live-provider success is claimed in this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0110F-AABB-40A3-A9D8-9872A80F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FC0B2"/>
                </a:solidFill>
              </a:defRPr>
            </a:defPPr>
            <a:lvl1pPr>
              <a:defRPr sz="750" b="0">
                <a:solidFill>
                  <a:srgbClr val="AFC0B2"/>
                </a:solidFill>
              </a:defRPr>
            </a:lvl1pPr>
            <a:lvl2pPr>
              <a:defRPr sz="750" b="0">
                <a:solidFill>
                  <a:srgbClr val="AFC0B2"/>
                </a:solidFill>
              </a:defRPr>
            </a:lvl2pPr>
            <a:lvl3pPr>
              <a:defRPr sz="750" b="0">
                <a:solidFill>
                  <a:srgbClr val="AFC0B2"/>
                </a:solidFill>
              </a:defRPr>
            </a:lvl3pPr>
            <a:lvl4pPr>
              <a:defRPr sz="750" b="0">
                <a:solidFill>
                  <a:srgbClr val="AFC0B2"/>
                </a:solidFill>
              </a:defRPr>
            </a:lvl4pPr>
            <a:lvl5pPr>
              <a:defRPr sz="750" b="0">
                <a:solidFill>
                  <a:srgbClr val="AFC0B2"/>
                </a:solidFill>
              </a:defRPr>
            </a:lvl5pPr>
            <a:lvl6pPr>
              <a:defRPr sz="750" b="0">
                <a:solidFill>
                  <a:srgbClr val="AFC0B2"/>
                </a:solidFill>
              </a:defRPr>
            </a:lvl6pPr>
            <a:lvl7pPr>
              <a:defRPr sz="750" b="0">
                <a:solidFill>
                  <a:srgbClr val="AFC0B2"/>
                </a:solidFill>
              </a:defRPr>
            </a:lvl7pPr>
            <a:lvl8pPr>
              <a:defRPr sz="750" b="0">
                <a:solidFill>
                  <a:srgbClr val="AFC0B2"/>
                </a:solidFill>
              </a:defRPr>
            </a:lvl8pPr>
            <a:lvl9pPr>
              <a:defRPr sz="750" b="0">
                <a:solidFill>
                  <a:srgbClr val="AFC0B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FC0B2"/>
                </a:solidFill>
              </a:defRPr>
            </a:pPr>
            <a:r>
              <a:rPr sz="750" b="0">
                <a:solidFill>
                  <a:srgbClr val="AFC0B2"/>
                </a:solidFill>
              </a:rPr>
              <a:t>Rules source: geosysiot.in/geoai-hackathon/#guidelines  ·  Status checked 24 Oct 2026</a:t>
            </a:r>
          </a:p>
        </p:txBody>
      </p:sp>
    </p:spTree>
    <p:extLst>
      <p:ext uri="{BB962C8B-B14F-4D97-AF65-F5344CB8AC3E}">
        <p14:creationId xmlns:p14="http://schemas.microsoft.com/office/powerpoint/2010/main" val="728142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2026-10-24T15:57:43.8850000Z</dcterms:created>
  <dcterms:modified xsi:type="dcterms:W3CDTF">2026-10-24T15:57:43.8850000Z</dcterms:modified>
</coreProperties>
</file>