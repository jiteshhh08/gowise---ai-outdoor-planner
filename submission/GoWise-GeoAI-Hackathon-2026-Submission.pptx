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393e8303f94bdf" /><Relationship Type="http://schemas.openxmlformats.org/officeDocument/2006/relationships/extended-properties" Target="/docProps/app.xml" Id="R1375d2e52d7943d2" /><Relationship Type="http://schemas.openxmlformats.org/officeDocument/2006/relationships/officeDocument" Target="/ppt/presentation.xml" Id="R35e265ad756e4c82" /></Relationships>
</file>

<file path=ppt/presentation.xml><?xml version="1.0" encoding="utf-8"?>
<p:presentation xmlns:p="http://schemas.openxmlformats.org/presentationml/2006/main">
  <p:sldMasterIdLst>
    <p:sldMasterId xmlns:r="http://schemas.openxmlformats.org/officeDocument/2006/relationships" id="2147483648" r:id="R9e626443a6ef481c"/>
  </p:sldMasterIdLst>
  <p:notesMasterIdLst>
    <p:notesMasterId xmlns:r="http://schemas.openxmlformats.org/officeDocument/2006/relationships" r:id="R50b56d99fbf14e43"/>
  </p:notesMasterIdLst>
  <p:sldIdLst>
    <p:sldId xmlns:r="http://schemas.openxmlformats.org/officeDocument/2006/relationships" id="256" r:id="R93215a3e691e43cb"/>
    <p:sldId xmlns:r="http://schemas.openxmlformats.org/officeDocument/2006/relationships" id="257" r:id="R9dff5b15e57743b6"/>
    <p:sldId xmlns:r="http://schemas.openxmlformats.org/officeDocument/2006/relationships" id="258" r:id="Ra44ab77357a04635"/>
    <p:sldId xmlns:r="http://schemas.openxmlformats.org/officeDocument/2006/relationships" id="259" r:id="R9911a97a283c4a12"/>
    <p:sldId xmlns:r="http://schemas.openxmlformats.org/officeDocument/2006/relationships" id="260" r:id="Ra513df459da745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50bb6997c548ce" /><Relationship Type="http://schemas.openxmlformats.org/officeDocument/2006/relationships/slideMaster" Target="/ppt/slideMasters/slideMaster1.xml" Id="R9e626443a6ef481c" /><Relationship Type="http://schemas.openxmlformats.org/officeDocument/2006/relationships/notesMaster" Target="/ppt/notesMasters/notesMaster1.xml" Id="R50b56d99fbf14e43" /><Relationship Type="http://schemas.openxmlformats.org/officeDocument/2006/relationships/presProps" Target="/ppt/presProps.xml" Id="R03fd3c2e3f16415e" /><Relationship Type="http://schemas.openxmlformats.org/officeDocument/2006/relationships/tableStyles" Target="/ppt/tableStyles.xml" Id="R4719a212fc024c38" /><Relationship Type="http://schemas.openxmlformats.org/officeDocument/2006/relationships/slide" Target="/ppt/slides/slide1.xml" Id="R93215a3e691e43cb" /><Relationship Type="http://schemas.openxmlformats.org/officeDocument/2006/relationships/slide" Target="/ppt/slides/slide2.xml" Id="R9dff5b15e57743b6" /><Relationship Type="http://schemas.openxmlformats.org/officeDocument/2006/relationships/slide" Target="/ppt/slides/slide3.xml" Id="Ra44ab77357a04635" /><Relationship Type="http://schemas.openxmlformats.org/officeDocument/2006/relationships/slide" Target="/ppt/slides/slide4.xml" Id="R9911a97a283c4a12" /><Relationship Type="http://schemas.openxmlformats.org/officeDocument/2006/relationships/slide" Target="/ppt/slides/slide5.xml" Id="Ra513df459da745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b3ecf87ce549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67788fc3b64395" /><Relationship Type="http://schemas.openxmlformats.org/officeDocument/2006/relationships/notesMaster" Target="/ppt/notesMasters/notesMaster1.xml" Id="Rd3abac2dbef64f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d9e8000dc64524" /><Relationship Type="http://schemas.openxmlformats.org/officeDocument/2006/relationships/notesMaster" Target="/ppt/notesMasters/notesMaster1.xml" Id="R5d93700bc70e44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a0e2d839164aa1" /><Relationship Type="http://schemas.openxmlformats.org/officeDocument/2006/relationships/notesMaster" Target="/ppt/notesMasters/notesMaster1.xml" Id="R53acca48692e45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8e715a7a864c41" /><Relationship Type="http://schemas.openxmlformats.org/officeDocument/2006/relationships/notesMaster" Target="/ppt/notesMasters/notesMaster1.xml" Id="Re11ec9a3703a44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832dc24ba540bb" /><Relationship Type="http://schemas.openxmlformats.org/officeDocument/2006/relationships/notesMaster" Target="/ppt/notesMasters/notesMaster1.xml" Id="R46f007bf98504a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GoWise project instructions and the official GeoAI Hackathon 2026 rulebook. Official brief: https://geosysiot.in/geoai-hackathon/#guidelines. Current verification status is documented in the project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GeoAI Hackathon 2026 rulebook for required outdoor activities. Query behavior reflects backend/app/model/query_extraction.py. Profile details remain request-scoped and are not written to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ARCHITECTURE.md and DATA_SOURCES.md. Implemented providers are Nominatim, Overpass API / OpenStreetMap, Open-Meteo Forecast API, and Open-Meteo Air Quality API. The runtime model is configured through Transformers AutoTokenizer and AutoModelForCausalLM.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for heuristic weights and missing-data behavior: backend/app/engine/scoring.py. Provider limitations and attribution policy: DATA_SOURCES.md. Open-Meteo air-quality forecast is regional model guidance. Road proximity is a map proxy, not live traffic. OSM credit: © OpenStreetMap contributors.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as of 24 October 2026. The React production build passed. Backend pytest could not run because pytest is not installed in this environment. The Hugging Face Gradio Space is deployed and exposes a JSON API, but the last inference attempt was blocked by ZeroGPU quota; no provider-backed recommendation is verified. The deployed Space does not expose the exact FastAPI /health and /api/recommendations routes. Verify the team's model repository card, licence, and from_pretrained loading. Competition requirements: https://geosysiot.in/geoai-hackathon/#guidelines.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028272bb9447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1b5470809354f9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1da55048f7f42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80083415fa4d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590c855dd042f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4e003bfba248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CE7008-851F-4E51-BFF1-72E87DDCD5E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1308201-B8CA-4B06-A0EC-F9A66C3D225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51D0E36-21CC-4AD9-99E6-E03B7AC1BF6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8C3F0A-F8C1-41CA-BCE9-A6AAA5A1B6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BE3357A-44A1-469D-88CC-D01AF579457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684E6E1-1DD9-45D4-BFBC-66BEA12D33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740EE6-04CB-40A3-8118-35792EC6CA2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3A66D68-205C-4F14-B2E7-22B37799FE0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9D4450-8B28-4123-9D04-88EFA3E2B4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08B602-1379-40A7-9D90-782D2AC6A3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b9a484b7ef43f2" /><Relationship Type="http://schemas.openxmlformats.org/officeDocument/2006/relationships/slideLayout" Target="/ppt/slideLayouts/slideLayout1.xml" Id="R7ee36020d3274b4f" /><Relationship Type="http://schemas.openxmlformats.org/officeDocument/2006/relationships/slideLayout" Target="/ppt/slideLayouts/slideLayout2.xml" Id="Rfaec2cdc823c4a68" /><Relationship Type="http://schemas.openxmlformats.org/officeDocument/2006/relationships/slideLayout" Target="/ppt/slideLayouts/slideLayout3.xml" Id="Rdd394cbcf6214319" /><Relationship Type="http://schemas.openxmlformats.org/officeDocument/2006/relationships/slideLayout" Target="/ppt/slideLayouts/slideLayout4.xml" Id="R4fd58c6f12e64868" /><Relationship Type="http://schemas.openxmlformats.org/officeDocument/2006/relationships/slideLayout" Target="/ppt/slideLayouts/slideLayout5.xml" Id="Rabd3806cb5bb4762" /><Relationship Type="http://schemas.openxmlformats.org/officeDocument/2006/relationships/slideLayout" Target="/ppt/slideLayouts/slideLayout6.xml" Id="R0e7fcf51c62c44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e36020d3274b4f"/>
    <p:sldLayoutId xmlns:r="http://schemas.openxmlformats.org/officeDocument/2006/relationships" id="2147483650" r:id="Rfaec2cdc823c4a68"/>
    <p:sldLayoutId xmlns:r="http://schemas.openxmlformats.org/officeDocument/2006/relationships" id="2147483651" r:id="Rdd394cbcf6214319"/>
    <p:sldLayoutId xmlns:r="http://schemas.openxmlformats.org/officeDocument/2006/relationships" id="2147483652" r:id="R4fd58c6f12e64868"/>
    <p:sldLayoutId xmlns:r="http://schemas.openxmlformats.org/officeDocument/2006/relationships" id="2147483653" r:id="Rabd3806cb5bb4762"/>
    <p:sldLayoutId xmlns:r="http://schemas.openxmlformats.org/officeDocument/2006/relationships" id="2147483654" r:id="R0e7fcf51c62c44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482090804ac4551" /><Relationship Type="http://schemas.openxmlformats.org/officeDocument/2006/relationships/notesSlide" Target="/ppt/notesSlides/notesSlide1.xml" Id="R80180f868a214a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1b429455f2a4cd9" /><Relationship Type="http://schemas.openxmlformats.org/officeDocument/2006/relationships/notesSlide" Target="/ppt/notesSlides/notesSlide2.xml" Id="R15fe92039f9540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993155db88e4f7e" /><Relationship Type="http://schemas.openxmlformats.org/officeDocument/2006/relationships/notesSlide" Target="/ppt/notesSlides/notesSlide3.xml" Id="Ra716eadd854343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bbc1594bddd4964" /><Relationship Type="http://schemas.openxmlformats.org/officeDocument/2006/relationships/notesSlide" Target="/ppt/notesSlides/notesSlide4.xml" Id="Rdef1fa18959640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9ee7dbfff534f98" /><Relationship Type="http://schemas.openxmlformats.org/officeDocument/2006/relationships/notesSlide" Target="/ppt/notesSlides/notesSlide5.xml" Id="R70cdab3d548c4291" /></Relationships>
</file>

<file path=ppt/slides/slide1.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6CF582-3FDB-4292-A9E8-C477FE6F8E5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6B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2F28A3-38B6-420C-A135-D4EA1C4DD202}"/>
              </a:ext>
            </a:extLst>
          </p:cNvPr>
          <p:cNvSpPr>
            <a:spLocks xmlns:a="http://schemas.openxmlformats.org/drawingml/2006/main" noGrp="1"/>
          </p:cNvSpPr>
          <p:nvPr/>
        </p:nvSpPr>
        <p:spPr>
          <a:xfrm xmlns:a="http://schemas.openxmlformats.org/drawingml/2006/main">
            <a:off x="742950" y="742950"/>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2E6B4A"/>
                </a:solidFill>
              </a:defRPr>
            </a:defPPr>
            <a:lvl1pPr>
              <a:defRPr sz="1050" b="1">
                <a:solidFill>
                  <a:srgbClr val="2E6B4A"/>
                </a:solidFill>
              </a:defRPr>
            </a:lvl1pPr>
            <a:lvl2pPr>
              <a:defRPr sz="1050" b="1">
                <a:solidFill>
                  <a:srgbClr val="2E6B4A"/>
                </a:solidFill>
              </a:defRPr>
            </a:lvl2pPr>
            <a:lvl3pPr>
              <a:defRPr sz="1050" b="1">
                <a:solidFill>
                  <a:srgbClr val="2E6B4A"/>
                </a:solidFill>
              </a:defRPr>
            </a:lvl3pPr>
            <a:lvl4pPr>
              <a:defRPr sz="1050" b="1">
                <a:solidFill>
                  <a:srgbClr val="2E6B4A"/>
                </a:solidFill>
              </a:defRPr>
            </a:lvl4pPr>
            <a:lvl5pPr>
              <a:defRPr sz="1050" b="1">
                <a:solidFill>
                  <a:srgbClr val="2E6B4A"/>
                </a:solidFill>
              </a:defRPr>
            </a:lvl5pPr>
            <a:lvl6pPr>
              <a:defRPr sz="1050" b="1">
                <a:solidFill>
                  <a:srgbClr val="2E6B4A"/>
                </a:solidFill>
              </a:defRPr>
            </a:lvl6pPr>
            <a:lvl7pPr>
              <a:defRPr sz="1050" b="1">
                <a:solidFill>
                  <a:srgbClr val="2E6B4A"/>
                </a:solidFill>
              </a:defRPr>
            </a:lvl7pPr>
            <a:lvl8pPr>
              <a:defRPr sz="1050" b="1">
                <a:solidFill>
                  <a:srgbClr val="2E6B4A"/>
                </a:solidFill>
              </a:defRPr>
            </a:lvl8pPr>
            <a:lvl9pPr>
              <a:defRPr sz="1050" b="1">
                <a:solidFill>
                  <a:srgbClr val="2E6B4A"/>
                </a:solidFill>
              </a:defRPr>
            </a:lvl9pPr>
          </a:lstStyle>
          <a:p xmlns:a="http://schemas.openxmlformats.org/drawingml/2006/main">
            <a:pPr>
              <a:defRPr sz="1050" b="1">
                <a:solidFill>
                  <a:srgbClr val="2E6B4A"/>
                </a:solidFill>
              </a:defRPr>
            </a:pPr>
            <a:r>
              <a:rPr sz="1050" b="1">
                <a:solidFill>
                  <a:srgbClr val="2E6B4A"/>
                </a:solidFill>
              </a:rPr>
              <a:t>GOWISE  /  GEOAI HACKATHON 2026</a:t>
            </a:r>
          </a:p>
        </p:txBody>
      </p:sp>
      <p:sp>
        <p:nvSpPr>
          <p:cNvPr id="3" name="">
            <a:extLst xmlns:a="http://schemas.openxmlformats.org/drawingml/2006/main">
              <a:ext uri="{FF2B5EF4-FFF2-40B4-BE49-F238E27FC236}">
                <a16:creationId xmlns:a16="http://schemas.microsoft.com/office/drawing/2014/main" id="{87FBF442-B90B-44C4-B5C2-C522B7D0C04D}"/>
              </a:ext>
            </a:extLst>
          </p:cNvPr>
          <p:cNvSpPr>
            <a:spLocks xmlns:a="http://schemas.openxmlformats.org/drawingml/2006/main" noGrp="1"/>
          </p:cNvSpPr>
          <p:nvPr/>
        </p:nvSpPr>
        <p:spPr>
          <a:xfrm xmlns:a="http://schemas.openxmlformats.org/drawingml/2006/main">
            <a:off x="742950" y="1562100"/>
            <a:ext cx="8001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4050" b="1">
                <a:solidFill>
                  <a:srgbClr val="20392D"/>
                </a:solidFill>
              </a:defRPr>
            </a:defPPr>
            <a:lvl1pPr>
              <a:defRPr sz="4050" b="1">
                <a:solidFill>
                  <a:srgbClr val="20392D"/>
                </a:solidFill>
              </a:defRPr>
            </a:lvl1pPr>
            <a:lvl2pPr>
              <a:defRPr sz="4050" b="1">
                <a:solidFill>
                  <a:srgbClr val="20392D"/>
                </a:solidFill>
              </a:defRPr>
            </a:lvl2pPr>
            <a:lvl3pPr>
              <a:defRPr sz="4050" b="1">
                <a:solidFill>
                  <a:srgbClr val="20392D"/>
                </a:solidFill>
              </a:defRPr>
            </a:lvl3pPr>
            <a:lvl4pPr>
              <a:defRPr sz="4050" b="1">
                <a:solidFill>
                  <a:srgbClr val="20392D"/>
                </a:solidFill>
              </a:defRPr>
            </a:lvl4pPr>
            <a:lvl5pPr>
              <a:defRPr sz="4050" b="1">
                <a:solidFill>
                  <a:srgbClr val="20392D"/>
                </a:solidFill>
              </a:defRPr>
            </a:lvl5pPr>
            <a:lvl6pPr>
              <a:defRPr sz="4050" b="1">
                <a:solidFill>
                  <a:srgbClr val="20392D"/>
                </a:solidFill>
              </a:defRPr>
            </a:lvl6pPr>
            <a:lvl7pPr>
              <a:defRPr sz="4050" b="1">
                <a:solidFill>
                  <a:srgbClr val="20392D"/>
                </a:solidFill>
              </a:defRPr>
            </a:lvl7pPr>
            <a:lvl8pPr>
              <a:defRPr sz="4050" b="1">
                <a:solidFill>
                  <a:srgbClr val="20392D"/>
                </a:solidFill>
              </a:defRPr>
            </a:lvl8pPr>
            <a:lvl9pPr>
              <a:defRPr sz="4050" b="1">
                <a:solidFill>
                  <a:srgbClr val="20392D"/>
                </a:solidFill>
              </a:defRPr>
            </a:lvl9pPr>
          </a:lstStyle>
          <a:p xmlns:a="http://schemas.openxmlformats.org/drawingml/2006/main">
            <a:pPr>
              <a:defRPr sz="4050" b="1">
                <a:solidFill>
                  <a:srgbClr val="20392D"/>
                </a:solidFill>
              </a:defRPr>
            </a:pPr>
            <a:r>
              <a:rPr sz="4050" b="1">
                <a:solidFill>
                  <a:srgbClr val="20392D"/>
                </a:solidFill>
              </a:rPr>
              <a:t>Outdoor plans,</a:t>
            </a:r>
          </a:p>
          <a:p xmlns:a="http://schemas.openxmlformats.org/drawingml/2006/main">
            <a:pPr>
              <a:defRPr sz="4050" b="1">
                <a:solidFill>
                  <a:srgbClr val="20392D"/>
                </a:solidFill>
              </a:defRPr>
            </a:pPr>
            <a:r>
              <a:rPr sz="4050" b="1">
                <a:solidFill>
                  <a:srgbClr val="20392D"/>
                </a:solidFill>
              </a:rPr>
              <a:t>with a place and a time.</a:t>
            </a:r>
          </a:p>
        </p:txBody>
      </p:sp>
      <p:sp>
        <p:nvSpPr>
          <p:cNvPr id="4" name="">
            <a:extLst xmlns:a="http://schemas.openxmlformats.org/drawingml/2006/main">
              <a:ext uri="{FF2B5EF4-FFF2-40B4-BE49-F238E27FC236}">
                <a16:creationId xmlns:a16="http://schemas.microsoft.com/office/drawing/2014/main" id="{279A7F69-6AAB-4DDA-A11B-F766079C63B5}"/>
              </a:ext>
            </a:extLst>
          </p:cNvPr>
          <p:cNvSpPr>
            <a:spLocks xmlns:a="http://schemas.openxmlformats.org/drawingml/2006/main" noGrp="1"/>
          </p:cNvSpPr>
          <p:nvPr/>
        </p:nvSpPr>
        <p:spPr>
          <a:xfrm xmlns:a="http://schemas.openxmlformats.org/drawingml/2006/main">
            <a:off x="781050" y="3638550"/>
            <a:ext cx="666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64756A"/>
                </a:solidFill>
              </a:defRPr>
            </a:defPPr>
            <a:lvl1pPr>
              <a:defRPr sz="1650" b="0">
                <a:solidFill>
                  <a:srgbClr val="64756A"/>
                </a:solidFill>
              </a:defRPr>
            </a:lvl1pPr>
            <a:lvl2pPr>
              <a:defRPr sz="1650" b="0">
                <a:solidFill>
                  <a:srgbClr val="64756A"/>
                </a:solidFill>
              </a:defRPr>
            </a:lvl2pPr>
            <a:lvl3pPr>
              <a:defRPr sz="1650" b="0">
                <a:solidFill>
                  <a:srgbClr val="64756A"/>
                </a:solidFill>
              </a:defRPr>
            </a:lvl3pPr>
            <a:lvl4pPr>
              <a:defRPr sz="1650" b="0">
                <a:solidFill>
                  <a:srgbClr val="64756A"/>
                </a:solidFill>
              </a:defRPr>
            </a:lvl4pPr>
            <a:lvl5pPr>
              <a:defRPr sz="1650" b="0">
                <a:solidFill>
                  <a:srgbClr val="64756A"/>
                </a:solidFill>
              </a:defRPr>
            </a:lvl5pPr>
            <a:lvl6pPr>
              <a:defRPr sz="1650" b="0">
                <a:solidFill>
                  <a:srgbClr val="64756A"/>
                </a:solidFill>
              </a:defRPr>
            </a:lvl6pPr>
            <a:lvl7pPr>
              <a:defRPr sz="1650" b="0">
                <a:solidFill>
                  <a:srgbClr val="64756A"/>
                </a:solidFill>
              </a:defRPr>
            </a:lvl7pPr>
            <a:lvl8pPr>
              <a:defRPr sz="1650" b="0">
                <a:solidFill>
                  <a:srgbClr val="64756A"/>
                </a:solidFill>
              </a:defRPr>
            </a:lvl8pPr>
            <a:lvl9pPr>
              <a:defRPr sz="1650" b="0">
                <a:solidFill>
                  <a:srgbClr val="64756A"/>
                </a:solidFill>
              </a:defRPr>
            </a:lvl9pPr>
          </a:lstStyle>
          <a:p xmlns:a="http://schemas.openxmlformats.org/drawingml/2006/main">
            <a:pPr>
              <a:defRPr sz="1650" b="0">
                <a:solidFill>
                  <a:srgbClr val="64756A"/>
                </a:solidFill>
              </a:defRPr>
            </a:pPr>
            <a:r>
              <a:rPr sz="1650" b="0">
                <a:solidFill>
                  <a:srgbClr val="64756A"/>
                </a:solidFill>
              </a:rPr>
              <a:t>A web assistant that compares mapped venues and forecast hours for ten outdoor activities.</a:t>
            </a:r>
          </a:p>
        </p:txBody>
      </p:sp>
      <p:sp>
        <p:nvSpPr>
          <p:cNvPr id="5" name="">
            <a:extLst xmlns:a="http://schemas.openxmlformats.org/drawingml/2006/main">
              <a:ext uri="{FF2B5EF4-FFF2-40B4-BE49-F238E27FC236}">
                <a16:creationId xmlns:a16="http://schemas.microsoft.com/office/drawing/2014/main" id="{6AA46E3E-5E19-40D6-BC28-6933AD20F58E}"/>
              </a:ext>
            </a:extLst>
          </p:cNvPr>
          <p:cNvSpPr>
            <a:spLocks xmlns:a="http://schemas.openxmlformats.org/drawingml/2006/main" noGrp="1"/>
          </p:cNvSpPr>
          <p:nvPr/>
        </p:nvSpPr>
        <p:spPr>
          <a:xfrm xmlns:a="http://schemas.openxmlformats.org/drawingml/2006/main">
            <a:off x="781050" y="4781550"/>
            <a:ext cx="5695950" cy="0"/>
          </a:xfrm>
          <a:prstGeom xmlns:a="http://schemas.openxmlformats.org/drawingml/2006/main" prst="line">
            <a:avLst/>
          </a:prstGeom>
          <a:noFill xmlns:a="http://schemas.openxmlformats.org/drawingml/2006/main"/>
          <a:ln xmlns:a="http://schemas.openxmlformats.org/drawingml/2006/main" w="19050">
            <a:solidFill>
              <a:srgbClr val="B8C8BA"/>
            </a:solidFill>
            <a:prstDash val="solid"/>
          </a:ln>
        </p:spPr>
      </p:sp>
      <p:sp>
        <p:nvSpPr>
          <p:cNvPr id="6" name="">
            <a:extLst xmlns:a="http://schemas.openxmlformats.org/drawingml/2006/main">
              <a:ext uri="{FF2B5EF4-FFF2-40B4-BE49-F238E27FC236}">
                <a16:creationId xmlns:a16="http://schemas.microsoft.com/office/drawing/2014/main" id="{B423C4C4-F2F7-409F-8489-CEB2040A3128}"/>
              </a:ext>
            </a:extLst>
          </p:cNvPr>
          <p:cNvSpPr>
            <a:spLocks xmlns:a="http://schemas.openxmlformats.org/drawingml/2006/main" noGrp="1"/>
          </p:cNvSpPr>
          <p:nvPr/>
        </p:nvSpPr>
        <p:spPr>
          <a:xfrm xmlns:a="http://schemas.openxmlformats.org/drawingml/2006/main">
            <a:off x="781050" y="50101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2E6B4A"/>
                </a:solidFill>
              </a:defRPr>
            </a:defPPr>
            <a:lvl1pPr>
              <a:defRPr sz="975" b="1">
                <a:solidFill>
                  <a:srgbClr val="2E6B4A"/>
                </a:solidFill>
              </a:defRPr>
            </a:lvl1pPr>
            <a:lvl2pPr>
              <a:defRPr sz="975" b="1">
                <a:solidFill>
                  <a:srgbClr val="2E6B4A"/>
                </a:solidFill>
              </a:defRPr>
            </a:lvl2pPr>
            <a:lvl3pPr>
              <a:defRPr sz="975" b="1">
                <a:solidFill>
                  <a:srgbClr val="2E6B4A"/>
                </a:solidFill>
              </a:defRPr>
            </a:lvl3pPr>
            <a:lvl4pPr>
              <a:defRPr sz="975" b="1">
                <a:solidFill>
                  <a:srgbClr val="2E6B4A"/>
                </a:solidFill>
              </a:defRPr>
            </a:lvl4pPr>
            <a:lvl5pPr>
              <a:defRPr sz="975" b="1">
                <a:solidFill>
                  <a:srgbClr val="2E6B4A"/>
                </a:solidFill>
              </a:defRPr>
            </a:lvl5pPr>
            <a:lvl6pPr>
              <a:defRPr sz="975" b="1">
                <a:solidFill>
                  <a:srgbClr val="2E6B4A"/>
                </a:solidFill>
              </a:defRPr>
            </a:lvl6pPr>
            <a:lvl7pPr>
              <a:defRPr sz="975" b="1">
                <a:solidFill>
                  <a:srgbClr val="2E6B4A"/>
                </a:solidFill>
              </a:defRPr>
            </a:lvl7pPr>
            <a:lvl8pPr>
              <a:defRPr sz="975" b="1">
                <a:solidFill>
                  <a:srgbClr val="2E6B4A"/>
                </a:solidFill>
              </a:defRPr>
            </a:lvl8pPr>
            <a:lvl9pPr>
              <a:defRPr sz="975" b="1">
                <a:solidFill>
                  <a:srgbClr val="2E6B4A"/>
                </a:solidFill>
              </a:defRPr>
            </a:lvl9pPr>
          </a:lstStyle>
          <a:p xmlns:a="http://schemas.openxmlformats.org/drawingml/2006/main">
            <a:pPr>
              <a:defRPr sz="975" b="1">
                <a:solidFill>
                  <a:srgbClr val="2E6B4A"/>
                </a:solidFill>
              </a:defRPr>
            </a:pPr>
            <a:r>
              <a:rPr sz="975" b="1">
                <a:solidFill>
                  <a:srgbClr val="2E6B4A"/>
                </a:solidFill>
              </a:rPr>
              <a:t>LIVE SOURCES  ·  LOCAL OPEN MODEL  ·  EXPLAINABLE HEURISTICS</a:t>
            </a:r>
          </a:p>
        </p:txBody>
      </p:sp>
      <p:sp>
        <p:nvSpPr>
          <p:cNvPr id="7" name="">
            <a:extLst xmlns:a="http://schemas.openxmlformats.org/drawingml/2006/main">
              <a:ext uri="{FF2B5EF4-FFF2-40B4-BE49-F238E27FC236}">
                <a16:creationId xmlns:a16="http://schemas.microsoft.com/office/drawing/2014/main" id="{C6673226-4DD5-437A-88FE-ECD34FBBD660}"/>
              </a:ext>
            </a:extLst>
          </p:cNvPr>
          <p:cNvSpPr>
            <a:spLocks xmlns:a="http://schemas.openxmlformats.org/drawingml/2006/main" noGrp="1"/>
          </p:cNvSpPr>
          <p:nvPr/>
        </p:nvSpPr>
        <p:spPr>
          <a:xfrm xmlns:a="http://schemas.openxmlformats.org/drawingml/2006/main">
            <a:off x="781050" y="5638800"/>
            <a:ext cx="923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64756A"/>
                </a:solidFill>
              </a:defRPr>
            </a:defPPr>
            <a:lvl1pPr>
              <a:defRPr sz="1050" b="0">
                <a:solidFill>
                  <a:srgbClr val="64756A"/>
                </a:solidFill>
              </a:defRPr>
            </a:lvl1pPr>
            <a:lvl2pPr>
              <a:defRPr sz="1050" b="0">
                <a:solidFill>
                  <a:srgbClr val="64756A"/>
                </a:solidFill>
              </a:defRPr>
            </a:lvl2pPr>
            <a:lvl3pPr>
              <a:defRPr sz="1050" b="0">
                <a:solidFill>
                  <a:srgbClr val="64756A"/>
                </a:solidFill>
              </a:defRPr>
            </a:lvl3pPr>
            <a:lvl4pPr>
              <a:defRPr sz="1050" b="0">
                <a:solidFill>
                  <a:srgbClr val="64756A"/>
                </a:solidFill>
              </a:defRPr>
            </a:lvl4pPr>
            <a:lvl5pPr>
              <a:defRPr sz="1050" b="0">
                <a:solidFill>
                  <a:srgbClr val="64756A"/>
                </a:solidFill>
              </a:defRPr>
            </a:lvl5pPr>
            <a:lvl6pPr>
              <a:defRPr sz="1050" b="0">
                <a:solidFill>
                  <a:srgbClr val="64756A"/>
                </a:solidFill>
              </a:defRPr>
            </a:lvl6pPr>
            <a:lvl7pPr>
              <a:defRPr sz="1050" b="0">
                <a:solidFill>
                  <a:srgbClr val="64756A"/>
                </a:solidFill>
              </a:defRPr>
            </a:lvl7pPr>
            <a:lvl8pPr>
              <a:defRPr sz="1050" b="0">
                <a:solidFill>
                  <a:srgbClr val="64756A"/>
                </a:solidFill>
              </a:defRPr>
            </a:lvl8pPr>
            <a:lvl9pPr>
              <a:defRPr sz="1050" b="0">
                <a:solidFill>
                  <a:srgbClr val="64756A"/>
                </a:solidFill>
              </a:defRPr>
            </a:lvl9pPr>
          </a:lstStyle>
          <a:p xmlns:a="http://schemas.openxmlformats.org/drawingml/2006/main">
            <a:pPr>
              <a:defRPr sz="1050" b="0">
                <a:solidFill>
                  <a:srgbClr val="64756A"/>
                </a:solidFill>
              </a:defRPr>
            </a:pPr>
            <a:r>
              <a:rPr sz="1050" b="0">
                <a:solidFill>
                  <a:srgbClr val="64756A"/>
                </a:solidFill>
              </a:rPr>
              <a:t>Prototype status: React production build passes and the Hugging Face Space is deployed. A live recommendation and full backend checks remain unverified.</a:t>
            </a:r>
          </a:p>
        </p:txBody>
      </p:sp>
      <p:sp>
        <p:nvSpPr>
          <p:cNvPr id="8" name="">
            <a:extLst xmlns:a="http://schemas.openxmlformats.org/drawingml/2006/main">
              <a:ext uri="{FF2B5EF4-FFF2-40B4-BE49-F238E27FC236}">
                <a16:creationId xmlns:a16="http://schemas.microsoft.com/office/drawing/2014/main" id="{15A22B29-1358-4A70-AD0F-00A1D87FB1F4}"/>
              </a:ext>
            </a:extLst>
          </p:cNvPr>
          <p:cNvSpPr>
            <a:spLocks xmlns:a="http://schemas.openxmlformats.org/drawingml/2006/main" noGrp="1"/>
          </p:cNvSpPr>
          <p:nvPr/>
        </p:nvSpPr>
        <p:spPr>
          <a:xfrm xmlns:a="http://schemas.openxmlformats.org/drawingml/2006/main">
            <a:off x="9525000" y="6381750"/>
            <a:ext cx="1981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64756A"/>
                </a:solidFill>
              </a:defRPr>
            </a:defPPr>
            <a:lvl1pPr>
              <a:defRPr sz="825" b="1">
                <a:solidFill>
                  <a:srgbClr val="64756A"/>
                </a:solidFill>
              </a:defRPr>
            </a:lvl1pPr>
            <a:lvl2pPr>
              <a:defRPr sz="825" b="1">
                <a:solidFill>
                  <a:srgbClr val="64756A"/>
                </a:solidFill>
              </a:defRPr>
            </a:lvl2pPr>
            <a:lvl3pPr>
              <a:defRPr sz="825" b="1">
                <a:solidFill>
                  <a:srgbClr val="64756A"/>
                </a:solidFill>
              </a:defRPr>
            </a:lvl3pPr>
            <a:lvl4pPr>
              <a:defRPr sz="825" b="1">
                <a:solidFill>
                  <a:srgbClr val="64756A"/>
                </a:solidFill>
              </a:defRPr>
            </a:lvl4pPr>
            <a:lvl5pPr>
              <a:defRPr sz="825" b="1">
                <a:solidFill>
                  <a:srgbClr val="64756A"/>
                </a:solidFill>
              </a:defRPr>
            </a:lvl5pPr>
            <a:lvl6pPr>
              <a:defRPr sz="825" b="1">
                <a:solidFill>
                  <a:srgbClr val="64756A"/>
                </a:solidFill>
              </a:defRPr>
            </a:lvl6pPr>
            <a:lvl7pPr>
              <a:defRPr sz="825" b="1">
                <a:solidFill>
                  <a:srgbClr val="64756A"/>
                </a:solidFill>
              </a:defRPr>
            </a:lvl7pPr>
            <a:lvl8pPr>
              <a:defRPr sz="825" b="1">
                <a:solidFill>
                  <a:srgbClr val="64756A"/>
                </a:solidFill>
              </a:defRPr>
            </a:lvl8pPr>
            <a:lvl9pPr>
              <a:defRPr sz="825" b="1">
                <a:solidFill>
                  <a:srgbClr val="64756A"/>
                </a:solidFill>
              </a:defRPr>
            </a:lvl9pPr>
          </a:lstStyle>
          <a:p xmlns:a="http://schemas.openxmlformats.org/drawingml/2006/main">
            <a:pPr>
              <a:defRPr sz="825" b="1">
                <a:solidFill>
                  <a:srgbClr val="64756A"/>
                </a:solidFill>
              </a:defRPr>
            </a:pPr>
            <a:r>
              <a:rPr sz="825" b="1">
                <a:solidFill>
                  <a:srgbClr val="64756A"/>
                </a:solidFill>
              </a:rPr>
              <a:t>24 OCTOBER 2026</a:t>
            </a:r>
          </a:p>
        </p:txBody>
      </p:sp>
    </p:spTree>
    <p:extLst>
      <p:ext uri="{BB962C8B-B14F-4D97-AF65-F5344CB8AC3E}">
        <p14:creationId xmlns:p14="http://schemas.microsoft.com/office/powerpoint/2010/main" val="75840376"/>
      </p:ext>
    </p:extLst>
  </p:cSld>
</p:sld>
</file>

<file path=ppt/slides/slide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063979F-95B0-4C42-B9D3-B2CF91300312}"/>
              </a:ext>
            </a:extLst>
          </p:cNvPr>
          <p:cNvSpPr>
            <a:spLocks xmlns:a="http://schemas.openxmlformats.org/drawingml/2006/main" noGrp="1"/>
          </p:cNvSpPr>
          <p:nvPr/>
        </p:nvSpPr>
        <p:spPr>
          <a:xfrm xmlns:a="http://schemas.openxmlformats.org/drawingml/2006/main">
            <a:off x="685800" y="3810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2E6B4A"/>
                </a:solidFill>
              </a:defRPr>
            </a:defPPr>
            <a:lvl1pPr>
              <a:defRPr sz="1050" b="1">
                <a:solidFill>
                  <a:srgbClr val="2E6B4A"/>
                </a:solidFill>
              </a:defRPr>
            </a:lvl1pPr>
            <a:lvl2pPr>
              <a:defRPr sz="1050" b="1">
                <a:solidFill>
                  <a:srgbClr val="2E6B4A"/>
                </a:solidFill>
              </a:defRPr>
            </a:lvl2pPr>
            <a:lvl3pPr>
              <a:defRPr sz="1050" b="1">
                <a:solidFill>
                  <a:srgbClr val="2E6B4A"/>
                </a:solidFill>
              </a:defRPr>
            </a:lvl3pPr>
            <a:lvl4pPr>
              <a:defRPr sz="1050" b="1">
                <a:solidFill>
                  <a:srgbClr val="2E6B4A"/>
                </a:solidFill>
              </a:defRPr>
            </a:lvl4pPr>
            <a:lvl5pPr>
              <a:defRPr sz="1050" b="1">
                <a:solidFill>
                  <a:srgbClr val="2E6B4A"/>
                </a:solidFill>
              </a:defRPr>
            </a:lvl5pPr>
            <a:lvl6pPr>
              <a:defRPr sz="1050" b="1">
                <a:solidFill>
                  <a:srgbClr val="2E6B4A"/>
                </a:solidFill>
              </a:defRPr>
            </a:lvl6pPr>
            <a:lvl7pPr>
              <a:defRPr sz="1050" b="1">
                <a:solidFill>
                  <a:srgbClr val="2E6B4A"/>
                </a:solidFill>
              </a:defRPr>
            </a:lvl7pPr>
            <a:lvl8pPr>
              <a:defRPr sz="1050" b="1">
                <a:solidFill>
                  <a:srgbClr val="2E6B4A"/>
                </a:solidFill>
              </a:defRPr>
            </a:lvl8pPr>
            <a:lvl9pPr>
              <a:defRPr sz="1050" b="1">
                <a:solidFill>
                  <a:srgbClr val="2E6B4A"/>
                </a:solidFill>
              </a:defRPr>
            </a:lvl9pPr>
          </a:lstStyle>
          <a:p xmlns:a="http://schemas.openxmlformats.org/drawingml/2006/main">
            <a:pPr>
              <a:defRPr sz="1050" b="1">
                <a:solidFill>
                  <a:srgbClr val="2E6B4A"/>
                </a:solidFill>
              </a:defRPr>
            </a:pPr>
            <a:r>
              <a:rPr sz="1050" b="1">
                <a:solidFill>
                  <a:srgbClr val="2E6B4A"/>
                </a:solidFill>
              </a:rPr>
              <a:t>02</a:t>
            </a:r>
          </a:p>
        </p:txBody>
      </p:sp>
      <p:sp>
        <p:nvSpPr>
          <p:cNvPr id="2" name="">
            <a:extLst xmlns:a="http://schemas.openxmlformats.org/drawingml/2006/main">
              <a:ext uri="{FF2B5EF4-FFF2-40B4-BE49-F238E27FC236}">
                <a16:creationId xmlns:a16="http://schemas.microsoft.com/office/drawing/2014/main" id="{BD0E476F-D136-4DEC-A696-DEC62FD5DB16}"/>
              </a:ext>
            </a:extLst>
          </p:cNvPr>
          <p:cNvSpPr>
            <a:spLocks xmlns:a="http://schemas.openxmlformats.org/drawingml/2006/main" noGrp="1"/>
          </p:cNvSpPr>
          <p:nvPr/>
        </p:nvSpPr>
        <p:spPr>
          <a:xfrm xmlns:a="http://schemas.openxmlformats.org/drawingml/2006/main">
            <a:off x="685800" y="781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850" b="1">
                <a:solidFill>
                  <a:srgbClr val="20392D"/>
                </a:solidFill>
              </a:defRPr>
            </a:defPPr>
            <a:lvl1pPr>
              <a:defRPr sz="2850" b="1">
                <a:solidFill>
                  <a:srgbClr val="20392D"/>
                </a:solidFill>
              </a:defRPr>
            </a:lvl1pPr>
            <a:lvl2pPr>
              <a:defRPr sz="2850" b="1">
                <a:solidFill>
                  <a:srgbClr val="20392D"/>
                </a:solidFill>
              </a:defRPr>
            </a:lvl2pPr>
            <a:lvl3pPr>
              <a:defRPr sz="2850" b="1">
                <a:solidFill>
                  <a:srgbClr val="20392D"/>
                </a:solidFill>
              </a:defRPr>
            </a:lvl3pPr>
            <a:lvl4pPr>
              <a:defRPr sz="2850" b="1">
                <a:solidFill>
                  <a:srgbClr val="20392D"/>
                </a:solidFill>
              </a:defRPr>
            </a:lvl4pPr>
            <a:lvl5pPr>
              <a:defRPr sz="2850" b="1">
                <a:solidFill>
                  <a:srgbClr val="20392D"/>
                </a:solidFill>
              </a:defRPr>
            </a:lvl5pPr>
            <a:lvl6pPr>
              <a:defRPr sz="2850" b="1">
                <a:solidFill>
                  <a:srgbClr val="20392D"/>
                </a:solidFill>
              </a:defRPr>
            </a:lvl6pPr>
            <a:lvl7pPr>
              <a:defRPr sz="2850" b="1">
                <a:solidFill>
                  <a:srgbClr val="20392D"/>
                </a:solidFill>
              </a:defRPr>
            </a:lvl7pPr>
            <a:lvl8pPr>
              <a:defRPr sz="2850" b="1">
                <a:solidFill>
                  <a:srgbClr val="20392D"/>
                </a:solidFill>
              </a:defRPr>
            </a:lvl8pPr>
            <a:lvl9pPr>
              <a:defRPr sz="2850" b="1">
                <a:solidFill>
                  <a:srgbClr val="20392D"/>
                </a:solidFill>
              </a:defRPr>
            </a:lvl9pPr>
          </a:lstStyle>
          <a:p xmlns:a="http://schemas.openxmlformats.org/drawingml/2006/main">
            <a:pPr>
              <a:defRPr sz="2850" b="1">
                <a:solidFill>
                  <a:srgbClr val="20392D"/>
                </a:solidFill>
              </a:defRPr>
            </a:pPr>
            <a:r>
              <a:rPr sz="2850" b="1">
                <a:solidFill>
                  <a:srgbClr val="20392D"/>
                </a:solidFill>
              </a:rPr>
              <a:t>A request becomes a plan</a:t>
            </a:r>
          </a:p>
        </p:txBody>
      </p:sp>
      <p:sp>
        <p:nvSpPr>
          <p:cNvPr id="3" name="">
            <a:extLst xmlns:a="http://schemas.openxmlformats.org/drawingml/2006/main">
              <a:ext uri="{FF2B5EF4-FFF2-40B4-BE49-F238E27FC236}">
                <a16:creationId xmlns:a16="http://schemas.microsoft.com/office/drawing/2014/main" id="{9B58EE4D-8AA3-4900-868A-14AAF3008F0E}"/>
              </a:ext>
            </a:extLst>
          </p:cNvPr>
          <p:cNvSpPr>
            <a:spLocks xmlns:a="http://schemas.openxmlformats.org/drawingml/2006/main" noGrp="1"/>
          </p:cNvSpPr>
          <p:nvPr/>
        </p:nvSpPr>
        <p:spPr>
          <a:xfrm xmlns:a="http://schemas.openxmlformats.org/drawingml/2006/main">
            <a:off x="685800" y="1381125"/>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64756A"/>
                </a:solidFill>
              </a:defRPr>
            </a:defPPr>
            <a:lvl1pPr>
              <a:defRPr sz="1350" b="0">
                <a:solidFill>
                  <a:srgbClr val="64756A"/>
                </a:solidFill>
              </a:defRPr>
            </a:lvl1pPr>
            <a:lvl2pPr>
              <a:defRPr sz="1350" b="0">
                <a:solidFill>
                  <a:srgbClr val="64756A"/>
                </a:solidFill>
              </a:defRPr>
            </a:lvl2pPr>
            <a:lvl3pPr>
              <a:defRPr sz="1350" b="0">
                <a:solidFill>
                  <a:srgbClr val="64756A"/>
                </a:solidFill>
              </a:defRPr>
            </a:lvl3pPr>
            <a:lvl4pPr>
              <a:defRPr sz="1350" b="0">
                <a:solidFill>
                  <a:srgbClr val="64756A"/>
                </a:solidFill>
              </a:defRPr>
            </a:lvl4pPr>
            <a:lvl5pPr>
              <a:defRPr sz="1350" b="0">
                <a:solidFill>
                  <a:srgbClr val="64756A"/>
                </a:solidFill>
              </a:defRPr>
            </a:lvl5pPr>
            <a:lvl6pPr>
              <a:defRPr sz="1350" b="0">
                <a:solidFill>
                  <a:srgbClr val="64756A"/>
                </a:solidFill>
              </a:defRPr>
            </a:lvl6pPr>
            <a:lvl7pPr>
              <a:defRPr sz="1350" b="0">
                <a:solidFill>
                  <a:srgbClr val="64756A"/>
                </a:solidFill>
              </a:defRPr>
            </a:lvl7pPr>
            <a:lvl8pPr>
              <a:defRPr sz="1350" b="0">
                <a:solidFill>
                  <a:srgbClr val="64756A"/>
                </a:solidFill>
              </a:defRPr>
            </a:lvl8pPr>
            <a:lvl9pPr>
              <a:defRPr sz="1350" b="0">
                <a:solidFill>
                  <a:srgbClr val="64756A"/>
                </a:solidFill>
              </a:defRPr>
            </a:lvl9pPr>
          </a:lstStyle>
          <a:p xmlns:a="http://schemas.openxmlformats.org/drawingml/2006/main">
            <a:pPr>
              <a:defRPr sz="1350" b="0">
                <a:solidFill>
                  <a:srgbClr val="64756A"/>
                </a:solidFill>
              </a:defRPr>
            </a:pPr>
            <a:r>
              <a:rPr sz="1350" b="0">
                <a:solidFill>
                  <a:srgbClr val="64756A"/>
                </a:solidFill>
              </a:rPr>
              <a:t>The assistant asks for missing activity, place, or time instead of guessing.</a:t>
            </a:r>
          </a:p>
        </p:txBody>
      </p:sp>
      <p:sp>
        <p:nvSpPr>
          <p:cNvPr id="4" name="">
            <a:extLst xmlns:a="http://schemas.openxmlformats.org/drawingml/2006/main">
              <a:ext uri="{FF2B5EF4-FFF2-40B4-BE49-F238E27FC236}">
                <a16:creationId xmlns:a16="http://schemas.microsoft.com/office/drawing/2014/main" id="{92B16FCB-E966-4788-9D26-83FDDF420585}"/>
              </a:ext>
            </a:extLst>
          </p:cNvPr>
          <p:cNvSpPr>
            <a:spLocks xmlns:a="http://schemas.openxmlformats.org/drawingml/2006/main" noGrp="1"/>
          </p:cNvSpPr>
          <p:nvPr/>
        </p:nvSpPr>
        <p:spPr>
          <a:xfrm xmlns:a="http://schemas.openxmlformats.org/drawingml/2006/main">
            <a:off x="685800" y="1885950"/>
            <a:ext cx="10820400" cy="0"/>
          </a:xfrm>
          <a:prstGeom xmlns:a="http://schemas.openxmlformats.org/drawingml/2006/main" prst="line">
            <a:avLst/>
          </a:prstGeom>
          <a:noFill xmlns:a="http://schemas.openxmlformats.org/drawingml/2006/main"/>
          <a:ln xmlns:a="http://schemas.openxmlformats.org/drawingml/2006/main" w="9525">
            <a:solidFill>
              <a:srgbClr val="B8C8BA"/>
            </a:solidFill>
            <a:prstDash val="solid"/>
          </a:ln>
        </p:spPr>
      </p:sp>
      <p:sp>
        <p:nvSpPr>
          <p:cNvPr id="5" name="">
            <a:extLst xmlns:a="http://schemas.openxmlformats.org/drawingml/2006/main">
              <a:ext uri="{FF2B5EF4-FFF2-40B4-BE49-F238E27FC236}">
                <a16:creationId xmlns:a16="http://schemas.microsoft.com/office/drawing/2014/main" id="{E744FE0A-C899-43F4-B239-366D9D28E851}"/>
              </a:ext>
            </a:extLst>
          </p:cNvPr>
          <p:cNvSpPr>
            <a:spLocks xmlns:a="http://schemas.openxmlformats.org/drawingml/2006/main" noGrp="1"/>
          </p:cNvSpPr>
          <p:nvPr/>
        </p:nvSpPr>
        <p:spPr>
          <a:xfrm xmlns:a="http://schemas.openxmlformats.org/drawingml/2006/main">
            <a:off x="685800" y="2238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2E6B4A"/>
                </a:solidFill>
              </a:defRPr>
            </a:defPPr>
            <a:lvl1pPr>
              <a:defRPr sz="900" b="1">
                <a:solidFill>
                  <a:srgbClr val="2E6B4A"/>
                </a:solidFill>
              </a:defRPr>
            </a:lvl1pPr>
            <a:lvl2pPr>
              <a:defRPr sz="900" b="1">
                <a:solidFill>
                  <a:srgbClr val="2E6B4A"/>
                </a:solidFill>
              </a:defRPr>
            </a:lvl2pPr>
            <a:lvl3pPr>
              <a:defRPr sz="900" b="1">
                <a:solidFill>
                  <a:srgbClr val="2E6B4A"/>
                </a:solidFill>
              </a:defRPr>
            </a:lvl3pPr>
            <a:lvl4pPr>
              <a:defRPr sz="900" b="1">
                <a:solidFill>
                  <a:srgbClr val="2E6B4A"/>
                </a:solidFill>
              </a:defRPr>
            </a:lvl4pPr>
            <a:lvl5pPr>
              <a:defRPr sz="900" b="1">
                <a:solidFill>
                  <a:srgbClr val="2E6B4A"/>
                </a:solidFill>
              </a:defRPr>
            </a:lvl5pPr>
            <a:lvl6pPr>
              <a:defRPr sz="900" b="1">
                <a:solidFill>
                  <a:srgbClr val="2E6B4A"/>
                </a:solidFill>
              </a:defRPr>
            </a:lvl6pPr>
            <a:lvl7pPr>
              <a:defRPr sz="900" b="1">
                <a:solidFill>
                  <a:srgbClr val="2E6B4A"/>
                </a:solidFill>
              </a:defRPr>
            </a:lvl7pPr>
            <a:lvl8pPr>
              <a:defRPr sz="900" b="1">
                <a:solidFill>
                  <a:srgbClr val="2E6B4A"/>
                </a:solidFill>
              </a:defRPr>
            </a:lvl8pPr>
            <a:lvl9pPr>
              <a:defRPr sz="900" b="1">
                <a:solidFill>
                  <a:srgbClr val="2E6B4A"/>
                </a:solidFill>
              </a:defRPr>
            </a:lvl9pPr>
          </a:lstStyle>
          <a:p xmlns:a="http://schemas.openxmlformats.org/drawingml/2006/main">
            <a:pPr>
              <a:defRPr sz="900" b="1">
                <a:solidFill>
                  <a:srgbClr val="2E6B4A"/>
                </a:solidFill>
              </a:defRPr>
            </a:pPr>
            <a:r>
              <a:rPr sz="900" b="1">
                <a:solidFill>
                  <a:srgbClr val="2E6B4A"/>
                </a:solidFill>
              </a:rPr>
              <a:t>USER INPUT</a:t>
            </a:r>
          </a:p>
        </p:txBody>
      </p:sp>
      <p:sp>
        <p:nvSpPr>
          <p:cNvPr id="6" name="">
            <a:extLst xmlns:a="http://schemas.openxmlformats.org/drawingml/2006/main">
              <a:ext uri="{FF2B5EF4-FFF2-40B4-BE49-F238E27FC236}">
                <a16:creationId xmlns:a16="http://schemas.microsoft.com/office/drawing/2014/main" id="{B66FAF47-0CAF-4A8B-AE98-4452A519AD26}"/>
              </a:ext>
            </a:extLst>
          </p:cNvPr>
          <p:cNvSpPr>
            <a:spLocks xmlns:a="http://schemas.openxmlformats.org/drawingml/2006/main" noGrp="1"/>
          </p:cNvSpPr>
          <p:nvPr/>
        </p:nvSpPr>
        <p:spPr>
          <a:xfrm xmlns:a="http://schemas.openxmlformats.org/drawingml/2006/main">
            <a:off x="685800" y="2628900"/>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950" b="1">
                <a:solidFill>
                  <a:srgbClr val="20392D"/>
                </a:solidFill>
              </a:defRPr>
            </a:defPPr>
            <a:lvl1pPr>
              <a:defRPr sz="1950" b="1">
                <a:solidFill>
                  <a:srgbClr val="20392D"/>
                </a:solidFill>
              </a:defRPr>
            </a:lvl1pPr>
            <a:lvl2pPr>
              <a:defRPr sz="1950" b="1">
                <a:solidFill>
                  <a:srgbClr val="20392D"/>
                </a:solidFill>
              </a:defRPr>
            </a:lvl2pPr>
            <a:lvl3pPr>
              <a:defRPr sz="1950" b="1">
                <a:solidFill>
                  <a:srgbClr val="20392D"/>
                </a:solidFill>
              </a:defRPr>
            </a:lvl3pPr>
            <a:lvl4pPr>
              <a:defRPr sz="1950" b="1">
                <a:solidFill>
                  <a:srgbClr val="20392D"/>
                </a:solidFill>
              </a:defRPr>
            </a:lvl4pPr>
            <a:lvl5pPr>
              <a:defRPr sz="1950" b="1">
                <a:solidFill>
                  <a:srgbClr val="20392D"/>
                </a:solidFill>
              </a:defRPr>
            </a:lvl5pPr>
            <a:lvl6pPr>
              <a:defRPr sz="1950" b="1">
                <a:solidFill>
                  <a:srgbClr val="20392D"/>
                </a:solidFill>
              </a:defRPr>
            </a:lvl6pPr>
            <a:lvl7pPr>
              <a:defRPr sz="1950" b="1">
                <a:solidFill>
                  <a:srgbClr val="20392D"/>
                </a:solidFill>
              </a:defRPr>
            </a:lvl7pPr>
            <a:lvl8pPr>
              <a:defRPr sz="1950" b="1">
                <a:solidFill>
                  <a:srgbClr val="20392D"/>
                </a:solidFill>
              </a:defRPr>
            </a:lvl8pPr>
            <a:lvl9pPr>
              <a:defRPr sz="1950" b="1">
                <a:solidFill>
                  <a:srgbClr val="20392D"/>
                </a:solidFill>
              </a:defRPr>
            </a:lvl9pPr>
          </a:lstStyle>
          <a:p xmlns:a="http://schemas.openxmlformats.org/drawingml/2006/main">
            <a:pPr>
              <a:defRPr sz="1950" b="1">
                <a:solidFill>
                  <a:srgbClr val="20392D"/>
                </a:solidFill>
              </a:defRPr>
            </a:pPr>
            <a:r>
              <a:rPr sz="1950" b="1">
                <a:solidFill>
                  <a:srgbClr val="20392D"/>
                </a:solidFill>
              </a:rPr>
              <a:t>“Where can I run tomorrow morning near Powai?”</a:t>
            </a:r>
          </a:p>
        </p:txBody>
      </p:sp>
      <p:sp>
        <p:nvSpPr>
          <p:cNvPr id="7" name="">
            <a:extLst xmlns:a="http://schemas.openxmlformats.org/drawingml/2006/main">
              <a:ext uri="{FF2B5EF4-FFF2-40B4-BE49-F238E27FC236}">
                <a16:creationId xmlns:a16="http://schemas.microsoft.com/office/drawing/2014/main" id="{9146BC66-8A8F-4D65-B786-3A5FB9FCBAE7}"/>
              </a:ext>
            </a:extLst>
          </p:cNvPr>
          <p:cNvSpPr>
            <a:spLocks xmlns:a="http://schemas.openxmlformats.org/drawingml/2006/main" noGrp="1"/>
          </p:cNvSpPr>
          <p:nvPr/>
        </p:nvSpPr>
        <p:spPr>
          <a:xfrm xmlns:a="http://schemas.openxmlformats.org/drawingml/2006/main">
            <a:off x="5095875" y="3067050"/>
            <a:ext cx="714375" cy="0"/>
          </a:xfrm>
          <a:prstGeom xmlns:a="http://schemas.openxmlformats.org/drawingml/2006/main" prst="line">
            <a:avLst/>
          </a:prstGeom>
          <a:noFill xmlns:a="http://schemas.openxmlformats.org/drawingml/2006/main"/>
          <a:ln xmlns:a="http://schemas.openxmlformats.org/drawingml/2006/main" w="28575">
            <a:solidFill>
              <a:srgbClr val="2E6B4A"/>
            </a:solidFill>
            <a:prstDash val="solid"/>
          </a:ln>
        </p:spPr>
      </p:sp>
      <p:sp>
        <p:nvSpPr>
          <p:cNvPr id="8" name="">
            <a:extLst xmlns:a="http://schemas.openxmlformats.org/drawingml/2006/main">
              <a:ext uri="{FF2B5EF4-FFF2-40B4-BE49-F238E27FC236}">
                <a16:creationId xmlns:a16="http://schemas.microsoft.com/office/drawing/2014/main" id="{44F2AC6A-B6A0-4A5E-83AB-6CEBFF7AFCCB}"/>
              </a:ext>
            </a:extLst>
          </p:cNvPr>
          <p:cNvSpPr>
            <a:spLocks xmlns:a="http://schemas.openxmlformats.org/drawingml/2006/main" noGrp="1"/>
          </p:cNvSpPr>
          <p:nvPr/>
        </p:nvSpPr>
        <p:spPr>
          <a:xfrm xmlns:a="http://schemas.openxmlformats.org/drawingml/2006/main">
            <a:off x="6038850" y="223837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2E6B4A"/>
                </a:solidFill>
              </a:defRPr>
            </a:defPPr>
            <a:lvl1pPr>
              <a:defRPr sz="900" b="1">
                <a:solidFill>
                  <a:srgbClr val="2E6B4A"/>
                </a:solidFill>
              </a:defRPr>
            </a:lvl1pPr>
            <a:lvl2pPr>
              <a:defRPr sz="900" b="1">
                <a:solidFill>
                  <a:srgbClr val="2E6B4A"/>
                </a:solidFill>
              </a:defRPr>
            </a:lvl2pPr>
            <a:lvl3pPr>
              <a:defRPr sz="900" b="1">
                <a:solidFill>
                  <a:srgbClr val="2E6B4A"/>
                </a:solidFill>
              </a:defRPr>
            </a:lvl3pPr>
            <a:lvl4pPr>
              <a:defRPr sz="900" b="1">
                <a:solidFill>
                  <a:srgbClr val="2E6B4A"/>
                </a:solidFill>
              </a:defRPr>
            </a:lvl4pPr>
            <a:lvl5pPr>
              <a:defRPr sz="900" b="1">
                <a:solidFill>
                  <a:srgbClr val="2E6B4A"/>
                </a:solidFill>
              </a:defRPr>
            </a:lvl5pPr>
            <a:lvl6pPr>
              <a:defRPr sz="900" b="1">
                <a:solidFill>
                  <a:srgbClr val="2E6B4A"/>
                </a:solidFill>
              </a:defRPr>
            </a:lvl6pPr>
            <a:lvl7pPr>
              <a:defRPr sz="900" b="1">
                <a:solidFill>
                  <a:srgbClr val="2E6B4A"/>
                </a:solidFill>
              </a:defRPr>
            </a:lvl7pPr>
            <a:lvl8pPr>
              <a:defRPr sz="900" b="1">
                <a:solidFill>
                  <a:srgbClr val="2E6B4A"/>
                </a:solidFill>
              </a:defRPr>
            </a:lvl8pPr>
            <a:lvl9pPr>
              <a:defRPr sz="900" b="1">
                <a:solidFill>
                  <a:srgbClr val="2E6B4A"/>
                </a:solidFill>
              </a:defRPr>
            </a:lvl9pPr>
          </a:lstStyle>
          <a:p xmlns:a="http://schemas.openxmlformats.org/drawingml/2006/main">
            <a:pPr>
              <a:defRPr sz="900" b="1">
                <a:solidFill>
                  <a:srgbClr val="2E6B4A"/>
                </a:solidFill>
              </a:defRPr>
            </a:pPr>
            <a:r>
              <a:rPr sz="900" b="1">
                <a:solidFill>
                  <a:srgbClr val="2E6B4A"/>
                </a:solidFill>
              </a:rPr>
              <a:t>LOCAL QUERY PARSE</a:t>
            </a:r>
          </a:p>
        </p:txBody>
      </p:sp>
      <p:sp>
        <p:nvSpPr>
          <p:cNvPr id="9" name="">
            <a:extLst xmlns:a="http://schemas.openxmlformats.org/drawingml/2006/main">
              <a:ext uri="{FF2B5EF4-FFF2-40B4-BE49-F238E27FC236}">
                <a16:creationId xmlns:a16="http://schemas.microsoft.com/office/drawing/2014/main" id="{AB3172C0-C2D9-49D4-9D32-DEA1189003F4}"/>
              </a:ext>
            </a:extLst>
          </p:cNvPr>
          <p:cNvSpPr>
            <a:spLocks xmlns:a="http://schemas.openxmlformats.org/drawingml/2006/main" noGrp="1"/>
          </p:cNvSpPr>
          <p:nvPr/>
        </p:nvSpPr>
        <p:spPr>
          <a:xfrm xmlns:a="http://schemas.openxmlformats.org/drawingml/2006/main">
            <a:off x="6038850" y="2628900"/>
            <a:ext cx="4762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20392D"/>
                </a:solidFill>
              </a:defRPr>
            </a:defPPr>
            <a:lvl1pPr>
              <a:defRPr sz="1575" b="1">
                <a:solidFill>
                  <a:srgbClr val="20392D"/>
                </a:solidFill>
              </a:defRPr>
            </a:lvl1pPr>
            <a:lvl2pPr>
              <a:defRPr sz="1575" b="1">
                <a:solidFill>
                  <a:srgbClr val="20392D"/>
                </a:solidFill>
              </a:defRPr>
            </a:lvl2pPr>
            <a:lvl3pPr>
              <a:defRPr sz="1575" b="1">
                <a:solidFill>
                  <a:srgbClr val="20392D"/>
                </a:solidFill>
              </a:defRPr>
            </a:lvl3pPr>
            <a:lvl4pPr>
              <a:defRPr sz="1575" b="1">
                <a:solidFill>
                  <a:srgbClr val="20392D"/>
                </a:solidFill>
              </a:defRPr>
            </a:lvl4pPr>
            <a:lvl5pPr>
              <a:defRPr sz="1575" b="1">
                <a:solidFill>
                  <a:srgbClr val="20392D"/>
                </a:solidFill>
              </a:defRPr>
            </a:lvl5pPr>
            <a:lvl6pPr>
              <a:defRPr sz="1575" b="1">
                <a:solidFill>
                  <a:srgbClr val="20392D"/>
                </a:solidFill>
              </a:defRPr>
            </a:lvl6pPr>
            <a:lvl7pPr>
              <a:defRPr sz="1575" b="1">
                <a:solidFill>
                  <a:srgbClr val="20392D"/>
                </a:solidFill>
              </a:defRPr>
            </a:lvl7pPr>
            <a:lvl8pPr>
              <a:defRPr sz="1575" b="1">
                <a:solidFill>
                  <a:srgbClr val="20392D"/>
                </a:solidFill>
              </a:defRPr>
            </a:lvl8pPr>
            <a:lvl9pPr>
              <a:defRPr sz="1575" b="1">
                <a:solidFill>
                  <a:srgbClr val="20392D"/>
                </a:solidFill>
              </a:defRPr>
            </a:lvl9pPr>
          </a:lstStyle>
          <a:p xmlns:a="http://schemas.openxmlformats.org/drawingml/2006/main">
            <a:pPr>
              <a:defRPr sz="1575" b="1">
                <a:solidFill>
                  <a:srgbClr val="20392D"/>
                </a:solidFill>
              </a:defRPr>
            </a:pPr>
            <a:r>
              <a:rPr sz="1575" b="1">
                <a:solidFill>
                  <a:srgbClr val="20392D"/>
                </a:solidFill>
              </a:rPr>
              <a:t>Activity · typed area · radius · time window · optional context</a:t>
            </a:r>
          </a:p>
        </p:txBody>
      </p:sp>
      <p:sp>
        <p:nvSpPr>
          <p:cNvPr id="10" name="">
            <a:extLst xmlns:a="http://schemas.openxmlformats.org/drawingml/2006/main">
              <a:ext uri="{FF2B5EF4-FFF2-40B4-BE49-F238E27FC236}">
                <a16:creationId xmlns:a16="http://schemas.microsoft.com/office/drawing/2014/main" id="{59D0860C-10E5-4ED2-9DA3-476E7E8ACB9E}"/>
              </a:ext>
            </a:extLst>
          </p:cNvPr>
          <p:cNvSpPr>
            <a:spLocks xmlns:a="http://schemas.openxmlformats.org/drawingml/2006/main" noGrp="1"/>
          </p:cNvSpPr>
          <p:nvPr/>
        </p:nvSpPr>
        <p:spPr>
          <a:xfrm xmlns:a="http://schemas.openxmlformats.org/drawingml/2006/main">
            <a:off x="685800" y="3886200"/>
            <a:ext cx="10820400" cy="0"/>
          </a:xfrm>
          <a:prstGeom xmlns:a="http://schemas.openxmlformats.org/drawingml/2006/main" prst="line">
            <a:avLst/>
          </a:prstGeom>
          <a:noFill xmlns:a="http://schemas.openxmlformats.org/drawingml/2006/main"/>
          <a:ln xmlns:a="http://schemas.openxmlformats.org/drawingml/2006/main" w="9525">
            <a:solidFill>
              <a:srgbClr val="B8C8BA"/>
            </a:solidFill>
            <a:prstDash val="solid"/>
          </a:ln>
        </p:spPr>
      </p:sp>
      <p:sp>
        <p:nvSpPr>
          <p:cNvPr id="11" name="">
            <a:extLst xmlns:a="http://schemas.openxmlformats.org/drawingml/2006/main">
              <a:ext uri="{FF2B5EF4-FFF2-40B4-BE49-F238E27FC236}">
                <a16:creationId xmlns:a16="http://schemas.microsoft.com/office/drawing/2014/main" id="{91DC5C34-2109-4FE0-9076-DC117104342C}"/>
              </a:ext>
            </a:extLst>
          </p:cNvPr>
          <p:cNvSpPr>
            <a:spLocks xmlns:a="http://schemas.openxmlformats.org/drawingml/2006/main" noGrp="1"/>
          </p:cNvSpPr>
          <p:nvPr/>
        </p:nvSpPr>
        <p:spPr>
          <a:xfrm xmlns:a="http://schemas.openxmlformats.org/drawingml/2006/main">
            <a:off x="685800" y="42481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2E6B4A"/>
                </a:solidFill>
              </a:defRPr>
            </a:defPPr>
            <a:lvl1pPr>
              <a:defRPr sz="900" b="1">
                <a:solidFill>
                  <a:srgbClr val="2E6B4A"/>
                </a:solidFill>
              </a:defRPr>
            </a:lvl1pPr>
            <a:lvl2pPr>
              <a:defRPr sz="900" b="1">
                <a:solidFill>
                  <a:srgbClr val="2E6B4A"/>
                </a:solidFill>
              </a:defRPr>
            </a:lvl2pPr>
            <a:lvl3pPr>
              <a:defRPr sz="900" b="1">
                <a:solidFill>
                  <a:srgbClr val="2E6B4A"/>
                </a:solidFill>
              </a:defRPr>
            </a:lvl3pPr>
            <a:lvl4pPr>
              <a:defRPr sz="900" b="1">
                <a:solidFill>
                  <a:srgbClr val="2E6B4A"/>
                </a:solidFill>
              </a:defRPr>
            </a:lvl4pPr>
            <a:lvl5pPr>
              <a:defRPr sz="900" b="1">
                <a:solidFill>
                  <a:srgbClr val="2E6B4A"/>
                </a:solidFill>
              </a:defRPr>
            </a:lvl5pPr>
            <a:lvl6pPr>
              <a:defRPr sz="900" b="1">
                <a:solidFill>
                  <a:srgbClr val="2E6B4A"/>
                </a:solidFill>
              </a:defRPr>
            </a:lvl6pPr>
            <a:lvl7pPr>
              <a:defRPr sz="900" b="1">
                <a:solidFill>
                  <a:srgbClr val="2E6B4A"/>
                </a:solidFill>
              </a:defRPr>
            </a:lvl7pPr>
            <a:lvl8pPr>
              <a:defRPr sz="900" b="1">
                <a:solidFill>
                  <a:srgbClr val="2E6B4A"/>
                </a:solidFill>
              </a:defRPr>
            </a:lvl8pPr>
            <a:lvl9pPr>
              <a:defRPr sz="900" b="1">
                <a:solidFill>
                  <a:srgbClr val="2E6B4A"/>
                </a:solidFill>
              </a:defRPr>
            </a:lvl9pPr>
          </a:lstStyle>
          <a:p xmlns:a="http://schemas.openxmlformats.org/drawingml/2006/main">
            <a:pPr>
              <a:defRPr sz="900" b="1">
                <a:solidFill>
                  <a:srgbClr val="2E6B4A"/>
                </a:solidFill>
              </a:defRPr>
            </a:pPr>
            <a:r>
              <a:rPr sz="900" b="1">
                <a:solidFill>
                  <a:srgbClr val="2E6B4A"/>
                </a:solidFill>
              </a:rPr>
              <a:t>TEN CONFIGURED ACTIVITIES</a:t>
            </a:r>
          </a:p>
        </p:txBody>
      </p:sp>
      <p:sp>
        <p:nvSpPr>
          <p:cNvPr id="12" name="">
            <a:extLst xmlns:a="http://schemas.openxmlformats.org/drawingml/2006/main">
              <a:ext uri="{FF2B5EF4-FFF2-40B4-BE49-F238E27FC236}">
                <a16:creationId xmlns:a16="http://schemas.microsoft.com/office/drawing/2014/main" id="{67E216F4-B422-4C00-9F20-16B9C29BA22B}"/>
              </a:ext>
            </a:extLst>
          </p:cNvPr>
          <p:cNvSpPr>
            <a:spLocks xmlns:a="http://schemas.openxmlformats.org/drawingml/2006/main" noGrp="1"/>
          </p:cNvSpPr>
          <p:nvPr/>
        </p:nvSpPr>
        <p:spPr>
          <a:xfrm xmlns:a="http://schemas.openxmlformats.org/drawingml/2006/main">
            <a:off x="685800" y="4629150"/>
            <a:ext cx="1009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20392D"/>
                </a:solidFill>
              </a:defRPr>
            </a:defPPr>
            <a:lvl1pPr>
              <a:defRPr sz="1350" b="0">
                <a:solidFill>
                  <a:srgbClr val="20392D"/>
                </a:solidFill>
              </a:defRPr>
            </a:lvl1pPr>
            <a:lvl2pPr>
              <a:defRPr sz="1350" b="0">
                <a:solidFill>
                  <a:srgbClr val="20392D"/>
                </a:solidFill>
              </a:defRPr>
            </a:lvl2pPr>
            <a:lvl3pPr>
              <a:defRPr sz="1350" b="0">
                <a:solidFill>
                  <a:srgbClr val="20392D"/>
                </a:solidFill>
              </a:defRPr>
            </a:lvl3pPr>
            <a:lvl4pPr>
              <a:defRPr sz="1350" b="0">
                <a:solidFill>
                  <a:srgbClr val="20392D"/>
                </a:solidFill>
              </a:defRPr>
            </a:lvl4pPr>
            <a:lvl5pPr>
              <a:defRPr sz="1350" b="0">
                <a:solidFill>
                  <a:srgbClr val="20392D"/>
                </a:solidFill>
              </a:defRPr>
            </a:lvl5pPr>
            <a:lvl6pPr>
              <a:defRPr sz="1350" b="0">
                <a:solidFill>
                  <a:srgbClr val="20392D"/>
                </a:solidFill>
              </a:defRPr>
            </a:lvl6pPr>
            <a:lvl7pPr>
              <a:defRPr sz="1350" b="0">
                <a:solidFill>
                  <a:srgbClr val="20392D"/>
                </a:solidFill>
              </a:defRPr>
            </a:lvl7pPr>
            <a:lvl8pPr>
              <a:defRPr sz="1350" b="0">
                <a:solidFill>
                  <a:srgbClr val="20392D"/>
                </a:solidFill>
              </a:defRPr>
            </a:lvl8pPr>
            <a:lvl9pPr>
              <a:defRPr sz="1350" b="0">
                <a:solidFill>
                  <a:srgbClr val="20392D"/>
                </a:solidFill>
              </a:defRPr>
            </a:lvl9pPr>
          </a:lstStyle>
          <a:p xmlns:a="http://schemas.openxmlformats.org/drawingml/2006/main">
            <a:pPr>
              <a:defRPr sz="1350" b="0">
                <a:solidFill>
                  <a:srgbClr val="20392D"/>
                </a:solidFill>
              </a:defRPr>
            </a:pPr>
            <a:r>
              <a:rPr sz="1350" b="0">
                <a:solidFill>
                  <a:srgbClr val="20392D"/>
                </a:solidFill>
              </a:rPr>
              <a:t>Running / jogging     Cycling     Golf     Cricket     Outdoor football     Outdoor tennis</a:t>
            </a:r>
          </a:p>
        </p:txBody>
      </p:sp>
      <p:sp>
        <p:nvSpPr>
          <p:cNvPr id="13" name="">
            <a:extLst xmlns:a="http://schemas.openxmlformats.org/drawingml/2006/main">
              <a:ext uri="{FF2B5EF4-FFF2-40B4-BE49-F238E27FC236}">
                <a16:creationId xmlns:a16="http://schemas.microsoft.com/office/drawing/2014/main" id="{C59665AB-9C51-45DD-BC0E-DA0C72D2DCBB}"/>
              </a:ext>
            </a:extLst>
          </p:cNvPr>
          <p:cNvSpPr>
            <a:spLocks xmlns:a="http://schemas.openxmlformats.org/drawingml/2006/main" noGrp="1"/>
          </p:cNvSpPr>
          <p:nvPr/>
        </p:nvSpPr>
        <p:spPr>
          <a:xfrm xmlns:a="http://schemas.openxmlformats.org/drawingml/2006/main">
            <a:off x="685800" y="5067300"/>
            <a:ext cx="1009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20392D"/>
                </a:solidFill>
              </a:defRPr>
            </a:defPPr>
            <a:lvl1pPr>
              <a:defRPr sz="1350" b="0">
                <a:solidFill>
                  <a:srgbClr val="20392D"/>
                </a:solidFill>
              </a:defRPr>
            </a:lvl1pPr>
            <a:lvl2pPr>
              <a:defRPr sz="1350" b="0">
                <a:solidFill>
                  <a:srgbClr val="20392D"/>
                </a:solidFill>
              </a:defRPr>
            </a:lvl2pPr>
            <a:lvl3pPr>
              <a:defRPr sz="1350" b="0">
                <a:solidFill>
                  <a:srgbClr val="20392D"/>
                </a:solidFill>
              </a:defRPr>
            </a:lvl3pPr>
            <a:lvl4pPr>
              <a:defRPr sz="1350" b="0">
                <a:solidFill>
                  <a:srgbClr val="20392D"/>
                </a:solidFill>
              </a:defRPr>
            </a:lvl4pPr>
            <a:lvl5pPr>
              <a:defRPr sz="1350" b="0">
                <a:solidFill>
                  <a:srgbClr val="20392D"/>
                </a:solidFill>
              </a:defRPr>
            </a:lvl5pPr>
            <a:lvl6pPr>
              <a:defRPr sz="1350" b="0">
                <a:solidFill>
                  <a:srgbClr val="20392D"/>
                </a:solidFill>
              </a:defRPr>
            </a:lvl6pPr>
            <a:lvl7pPr>
              <a:defRPr sz="1350" b="0">
                <a:solidFill>
                  <a:srgbClr val="20392D"/>
                </a:solidFill>
              </a:defRPr>
            </a:lvl7pPr>
            <a:lvl8pPr>
              <a:defRPr sz="1350" b="0">
                <a:solidFill>
                  <a:srgbClr val="20392D"/>
                </a:solidFill>
              </a:defRPr>
            </a:lvl8pPr>
            <a:lvl9pPr>
              <a:defRPr sz="1350" b="0">
                <a:solidFill>
                  <a:srgbClr val="20392D"/>
                </a:solidFill>
              </a:defRPr>
            </a:lvl9pPr>
          </a:lstStyle>
          <a:p xmlns:a="http://schemas.openxmlformats.org/drawingml/2006/main">
            <a:pPr>
              <a:defRPr sz="1350" b="0">
                <a:solidFill>
                  <a:srgbClr val="20392D"/>
                </a:solidFill>
              </a:defRPr>
            </a:pPr>
            <a:r>
              <a:rPr sz="1350" b="0">
                <a:solidFill>
                  <a:srgbClr val="20392D"/>
                </a:solidFill>
              </a:rPr>
              <a:t>Hiking / nature walk     Picnic / park outing     Outdoor event     Outdoor photography</a:t>
            </a:r>
          </a:p>
        </p:txBody>
      </p:sp>
      <p:sp>
        <p:nvSpPr>
          <p:cNvPr id="14" name="">
            <a:extLst xmlns:a="http://schemas.openxmlformats.org/drawingml/2006/main">
              <a:ext uri="{FF2B5EF4-FFF2-40B4-BE49-F238E27FC236}">
                <a16:creationId xmlns:a16="http://schemas.microsoft.com/office/drawing/2014/main" id="{90546646-34B0-43A4-B2F3-FCDB5A66CFDA}"/>
              </a:ext>
            </a:extLst>
          </p:cNvPr>
          <p:cNvSpPr>
            <a:spLocks xmlns:a="http://schemas.openxmlformats.org/drawingml/2006/main" noGrp="1"/>
          </p:cNvSpPr>
          <p:nvPr/>
        </p:nvSpPr>
        <p:spPr>
          <a:xfrm xmlns:a="http://schemas.openxmlformats.org/drawingml/2006/main">
            <a:off x="685800" y="57340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64756A"/>
                </a:solidFill>
              </a:defRPr>
            </a:defPPr>
            <a:lvl1pPr>
              <a:defRPr sz="1050" b="0">
                <a:solidFill>
                  <a:srgbClr val="64756A"/>
                </a:solidFill>
              </a:defRPr>
            </a:lvl1pPr>
            <a:lvl2pPr>
              <a:defRPr sz="1050" b="0">
                <a:solidFill>
                  <a:srgbClr val="64756A"/>
                </a:solidFill>
              </a:defRPr>
            </a:lvl2pPr>
            <a:lvl3pPr>
              <a:defRPr sz="1050" b="0">
                <a:solidFill>
                  <a:srgbClr val="64756A"/>
                </a:solidFill>
              </a:defRPr>
            </a:lvl3pPr>
            <a:lvl4pPr>
              <a:defRPr sz="1050" b="0">
                <a:solidFill>
                  <a:srgbClr val="64756A"/>
                </a:solidFill>
              </a:defRPr>
            </a:lvl4pPr>
            <a:lvl5pPr>
              <a:defRPr sz="1050" b="0">
                <a:solidFill>
                  <a:srgbClr val="64756A"/>
                </a:solidFill>
              </a:defRPr>
            </a:lvl5pPr>
            <a:lvl6pPr>
              <a:defRPr sz="1050" b="0">
                <a:solidFill>
                  <a:srgbClr val="64756A"/>
                </a:solidFill>
              </a:defRPr>
            </a:lvl6pPr>
            <a:lvl7pPr>
              <a:defRPr sz="1050" b="0">
                <a:solidFill>
                  <a:srgbClr val="64756A"/>
                </a:solidFill>
              </a:defRPr>
            </a:lvl7pPr>
            <a:lvl8pPr>
              <a:defRPr sz="1050" b="0">
                <a:solidFill>
                  <a:srgbClr val="64756A"/>
                </a:solidFill>
              </a:defRPr>
            </a:lvl8pPr>
            <a:lvl9pPr>
              <a:defRPr sz="1050" b="0">
                <a:solidFill>
                  <a:srgbClr val="64756A"/>
                </a:solidFill>
              </a:defRPr>
            </a:lvl9pPr>
          </a:lstStyle>
          <a:p xmlns:a="http://schemas.openxmlformats.org/drawingml/2006/main">
            <a:pPr>
              <a:defRPr sz="1050" b="0">
                <a:solidFill>
                  <a:srgbClr val="64756A"/>
                </a:solidFill>
              </a:defRPr>
            </a:pPr>
            <a:r>
              <a:rPr sz="1050" b="0">
                <a:solidFill>
                  <a:srgbClr val="64756A"/>
                </a:solidFill>
              </a:rPr>
              <a:t>Sensitive details stay in the request and are not persisted. Precautions remain general planning information.</a:t>
            </a:r>
          </a:p>
        </p:txBody>
      </p:sp>
      <p:sp>
        <p:nvSpPr>
          <p:cNvPr id="15" name="">
            <a:extLst xmlns:a="http://schemas.openxmlformats.org/drawingml/2006/main">
              <a:ext uri="{FF2B5EF4-FFF2-40B4-BE49-F238E27FC236}">
                <a16:creationId xmlns:a16="http://schemas.microsoft.com/office/drawing/2014/main" id="{26A4FCAE-4678-4340-920C-E48B911F735A}"/>
              </a:ext>
            </a:extLst>
          </p:cNvPr>
          <p:cNvSpPr>
            <a:spLocks xmlns:a="http://schemas.openxmlformats.org/drawingml/2006/main" noGrp="1"/>
          </p:cNvSpPr>
          <p:nvPr/>
        </p:nvSpPr>
        <p:spPr>
          <a:xfrm xmlns:a="http://schemas.openxmlformats.org/drawingml/2006/main">
            <a:off x="685800" y="6429375"/>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64756A"/>
                </a:solidFill>
              </a:defRPr>
            </a:defPPr>
            <a:lvl1pPr>
              <a:defRPr sz="750" b="0">
                <a:solidFill>
                  <a:srgbClr val="64756A"/>
                </a:solidFill>
              </a:defRPr>
            </a:lvl1pPr>
            <a:lvl2pPr>
              <a:defRPr sz="750" b="0">
                <a:solidFill>
                  <a:srgbClr val="64756A"/>
                </a:solidFill>
              </a:defRPr>
            </a:lvl2pPr>
            <a:lvl3pPr>
              <a:defRPr sz="750" b="0">
                <a:solidFill>
                  <a:srgbClr val="64756A"/>
                </a:solidFill>
              </a:defRPr>
            </a:lvl3pPr>
            <a:lvl4pPr>
              <a:defRPr sz="750" b="0">
                <a:solidFill>
                  <a:srgbClr val="64756A"/>
                </a:solidFill>
              </a:defRPr>
            </a:lvl4pPr>
            <a:lvl5pPr>
              <a:defRPr sz="750" b="0">
                <a:solidFill>
                  <a:srgbClr val="64756A"/>
                </a:solidFill>
              </a:defRPr>
            </a:lvl5pPr>
            <a:lvl6pPr>
              <a:defRPr sz="750" b="0">
                <a:solidFill>
                  <a:srgbClr val="64756A"/>
                </a:solidFill>
              </a:defRPr>
            </a:lvl6pPr>
            <a:lvl7pPr>
              <a:defRPr sz="750" b="0">
                <a:solidFill>
                  <a:srgbClr val="64756A"/>
                </a:solidFill>
              </a:defRPr>
            </a:lvl7pPr>
            <a:lvl8pPr>
              <a:defRPr sz="750" b="0">
                <a:solidFill>
                  <a:srgbClr val="64756A"/>
                </a:solidFill>
              </a:defRPr>
            </a:lvl8pPr>
            <a:lvl9pPr>
              <a:defRPr sz="750" b="0">
                <a:solidFill>
                  <a:srgbClr val="64756A"/>
                </a:solidFill>
              </a:defRPr>
            </a:lvl9pPr>
          </a:lstStyle>
          <a:p xmlns:a="http://schemas.openxmlformats.org/drawingml/2006/main">
            <a:pPr>
              <a:defRPr sz="750" b="0">
                <a:solidFill>
                  <a:srgbClr val="64756A"/>
                </a:solidFill>
              </a:defRPr>
            </a:pPr>
            <a:r>
              <a:rPr sz="750" b="0">
                <a:solidFill>
                  <a:srgbClr val="64756A"/>
                </a:solidFill>
              </a:rPr>
              <a:t>GoWise · GeoAI Hackathon 2026</a:t>
            </a:r>
          </a:p>
        </p:txBody>
      </p:sp>
    </p:spTree>
    <p:extLst>
      <p:ext uri="{BB962C8B-B14F-4D97-AF65-F5344CB8AC3E}">
        <p14:creationId xmlns:p14="http://schemas.microsoft.com/office/powerpoint/2010/main" val="28419969"/>
      </p:ext>
    </p:extLst>
  </p:cSld>
</p:sld>
</file>

<file path=ppt/slides/slide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A1C2A83-88D6-45FB-B5E1-D746E1998E45}"/>
              </a:ext>
            </a:extLst>
          </p:cNvPr>
          <p:cNvSpPr>
            <a:spLocks xmlns:a="http://schemas.openxmlformats.org/drawingml/2006/main" noGrp="1"/>
          </p:cNvSpPr>
          <p:nvPr/>
        </p:nvSpPr>
        <p:spPr>
          <a:xfrm xmlns:a="http://schemas.openxmlformats.org/drawingml/2006/main">
            <a:off x="685800" y="3810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2E6B4A"/>
                </a:solidFill>
              </a:defRPr>
            </a:defPPr>
            <a:lvl1pPr>
              <a:defRPr sz="1050" b="1">
                <a:solidFill>
                  <a:srgbClr val="2E6B4A"/>
                </a:solidFill>
              </a:defRPr>
            </a:lvl1pPr>
            <a:lvl2pPr>
              <a:defRPr sz="1050" b="1">
                <a:solidFill>
                  <a:srgbClr val="2E6B4A"/>
                </a:solidFill>
              </a:defRPr>
            </a:lvl2pPr>
            <a:lvl3pPr>
              <a:defRPr sz="1050" b="1">
                <a:solidFill>
                  <a:srgbClr val="2E6B4A"/>
                </a:solidFill>
              </a:defRPr>
            </a:lvl3pPr>
            <a:lvl4pPr>
              <a:defRPr sz="1050" b="1">
                <a:solidFill>
                  <a:srgbClr val="2E6B4A"/>
                </a:solidFill>
              </a:defRPr>
            </a:lvl4pPr>
            <a:lvl5pPr>
              <a:defRPr sz="1050" b="1">
                <a:solidFill>
                  <a:srgbClr val="2E6B4A"/>
                </a:solidFill>
              </a:defRPr>
            </a:lvl5pPr>
            <a:lvl6pPr>
              <a:defRPr sz="1050" b="1">
                <a:solidFill>
                  <a:srgbClr val="2E6B4A"/>
                </a:solidFill>
              </a:defRPr>
            </a:lvl6pPr>
            <a:lvl7pPr>
              <a:defRPr sz="1050" b="1">
                <a:solidFill>
                  <a:srgbClr val="2E6B4A"/>
                </a:solidFill>
              </a:defRPr>
            </a:lvl7pPr>
            <a:lvl8pPr>
              <a:defRPr sz="1050" b="1">
                <a:solidFill>
                  <a:srgbClr val="2E6B4A"/>
                </a:solidFill>
              </a:defRPr>
            </a:lvl8pPr>
            <a:lvl9pPr>
              <a:defRPr sz="1050" b="1">
                <a:solidFill>
                  <a:srgbClr val="2E6B4A"/>
                </a:solidFill>
              </a:defRPr>
            </a:lvl9pPr>
          </a:lstStyle>
          <a:p xmlns:a="http://schemas.openxmlformats.org/drawingml/2006/main">
            <a:pPr>
              <a:defRPr sz="1050" b="1">
                <a:solidFill>
                  <a:srgbClr val="2E6B4A"/>
                </a:solidFill>
              </a:defRPr>
            </a:pPr>
            <a:r>
              <a:rPr sz="1050" b="1">
                <a:solidFill>
                  <a:srgbClr val="2E6B4A"/>
                </a:solidFill>
              </a:rPr>
              <a:t>03</a:t>
            </a:r>
          </a:p>
        </p:txBody>
      </p:sp>
      <p:sp>
        <p:nvSpPr>
          <p:cNvPr id="2" name="">
            <a:extLst xmlns:a="http://schemas.openxmlformats.org/drawingml/2006/main">
              <a:ext uri="{FF2B5EF4-FFF2-40B4-BE49-F238E27FC236}">
                <a16:creationId xmlns:a16="http://schemas.microsoft.com/office/drawing/2014/main" id="{4BA00353-CB26-496A-BB8B-18690CB80272}"/>
              </a:ext>
            </a:extLst>
          </p:cNvPr>
          <p:cNvSpPr>
            <a:spLocks xmlns:a="http://schemas.openxmlformats.org/drawingml/2006/main" noGrp="1"/>
          </p:cNvSpPr>
          <p:nvPr/>
        </p:nvSpPr>
        <p:spPr>
          <a:xfrm xmlns:a="http://schemas.openxmlformats.org/drawingml/2006/main">
            <a:off x="685800" y="781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850" b="1">
                <a:solidFill>
                  <a:srgbClr val="20392D"/>
                </a:solidFill>
              </a:defRPr>
            </a:defPPr>
            <a:lvl1pPr>
              <a:defRPr sz="2850" b="1">
                <a:solidFill>
                  <a:srgbClr val="20392D"/>
                </a:solidFill>
              </a:defRPr>
            </a:lvl1pPr>
            <a:lvl2pPr>
              <a:defRPr sz="2850" b="1">
                <a:solidFill>
                  <a:srgbClr val="20392D"/>
                </a:solidFill>
              </a:defRPr>
            </a:lvl2pPr>
            <a:lvl3pPr>
              <a:defRPr sz="2850" b="1">
                <a:solidFill>
                  <a:srgbClr val="20392D"/>
                </a:solidFill>
              </a:defRPr>
            </a:lvl3pPr>
            <a:lvl4pPr>
              <a:defRPr sz="2850" b="1">
                <a:solidFill>
                  <a:srgbClr val="20392D"/>
                </a:solidFill>
              </a:defRPr>
            </a:lvl4pPr>
            <a:lvl5pPr>
              <a:defRPr sz="2850" b="1">
                <a:solidFill>
                  <a:srgbClr val="20392D"/>
                </a:solidFill>
              </a:defRPr>
            </a:lvl5pPr>
            <a:lvl6pPr>
              <a:defRPr sz="2850" b="1">
                <a:solidFill>
                  <a:srgbClr val="20392D"/>
                </a:solidFill>
              </a:defRPr>
            </a:lvl6pPr>
            <a:lvl7pPr>
              <a:defRPr sz="2850" b="1">
                <a:solidFill>
                  <a:srgbClr val="20392D"/>
                </a:solidFill>
              </a:defRPr>
            </a:lvl7pPr>
            <a:lvl8pPr>
              <a:defRPr sz="2850" b="1">
                <a:solidFill>
                  <a:srgbClr val="20392D"/>
                </a:solidFill>
              </a:defRPr>
            </a:lvl8pPr>
            <a:lvl9pPr>
              <a:defRPr sz="2850" b="1">
                <a:solidFill>
                  <a:srgbClr val="20392D"/>
                </a:solidFill>
              </a:defRPr>
            </a:lvl9pPr>
          </a:lstStyle>
          <a:p xmlns:a="http://schemas.openxmlformats.org/drawingml/2006/main">
            <a:pPr>
              <a:defRPr sz="2850" b="1">
                <a:solidFill>
                  <a:srgbClr val="20392D"/>
                </a:solidFill>
              </a:defRPr>
            </a:pPr>
            <a:r>
              <a:rPr sz="2850" b="1">
                <a:solidFill>
                  <a:srgbClr val="20392D"/>
                </a:solidFill>
              </a:rPr>
              <a:t>Live data, deterministic ranking</a:t>
            </a:r>
          </a:p>
        </p:txBody>
      </p:sp>
      <p:sp>
        <p:nvSpPr>
          <p:cNvPr id="3" name="">
            <a:extLst xmlns:a="http://schemas.openxmlformats.org/drawingml/2006/main">
              <a:ext uri="{FF2B5EF4-FFF2-40B4-BE49-F238E27FC236}">
                <a16:creationId xmlns:a16="http://schemas.microsoft.com/office/drawing/2014/main" id="{266CB630-F76F-4C4D-864A-E87A3EE42BAC}"/>
              </a:ext>
            </a:extLst>
          </p:cNvPr>
          <p:cNvSpPr>
            <a:spLocks xmlns:a="http://schemas.openxmlformats.org/drawingml/2006/main" noGrp="1"/>
          </p:cNvSpPr>
          <p:nvPr/>
        </p:nvSpPr>
        <p:spPr>
          <a:xfrm xmlns:a="http://schemas.openxmlformats.org/drawingml/2006/main">
            <a:off x="685800" y="1381125"/>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64756A"/>
                </a:solidFill>
              </a:defRPr>
            </a:defPPr>
            <a:lvl1pPr>
              <a:defRPr sz="1350" b="0">
                <a:solidFill>
                  <a:srgbClr val="64756A"/>
                </a:solidFill>
              </a:defRPr>
            </a:lvl1pPr>
            <a:lvl2pPr>
              <a:defRPr sz="1350" b="0">
                <a:solidFill>
                  <a:srgbClr val="64756A"/>
                </a:solidFill>
              </a:defRPr>
            </a:lvl2pPr>
            <a:lvl3pPr>
              <a:defRPr sz="1350" b="0">
                <a:solidFill>
                  <a:srgbClr val="64756A"/>
                </a:solidFill>
              </a:defRPr>
            </a:lvl3pPr>
            <a:lvl4pPr>
              <a:defRPr sz="1350" b="0">
                <a:solidFill>
                  <a:srgbClr val="64756A"/>
                </a:solidFill>
              </a:defRPr>
            </a:lvl4pPr>
            <a:lvl5pPr>
              <a:defRPr sz="1350" b="0">
                <a:solidFill>
                  <a:srgbClr val="64756A"/>
                </a:solidFill>
              </a:defRPr>
            </a:lvl5pPr>
            <a:lvl6pPr>
              <a:defRPr sz="1350" b="0">
                <a:solidFill>
                  <a:srgbClr val="64756A"/>
                </a:solidFill>
              </a:defRPr>
            </a:lvl6pPr>
            <a:lvl7pPr>
              <a:defRPr sz="1350" b="0">
                <a:solidFill>
                  <a:srgbClr val="64756A"/>
                </a:solidFill>
              </a:defRPr>
            </a:lvl7pPr>
            <a:lvl8pPr>
              <a:defRPr sz="1350" b="0">
                <a:solidFill>
                  <a:srgbClr val="64756A"/>
                </a:solidFill>
              </a:defRPr>
            </a:lvl8pPr>
            <a:lvl9pPr>
              <a:defRPr sz="1350" b="0">
                <a:solidFill>
                  <a:srgbClr val="64756A"/>
                </a:solidFill>
              </a:defRPr>
            </a:lvl9pPr>
          </a:lstStyle>
          <a:p xmlns:a="http://schemas.openxmlformats.org/drawingml/2006/main">
            <a:pPr>
              <a:defRPr sz="1350" b="0">
                <a:solidFill>
                  <a:srgbClr val="64756A"/>
                </a:solidFill>
              </a:defRPr>
            </a:pPr>
            <a:r>
              <a:rPr sz="1350" b="0">
                <a:solidFill>
                  <a:srgbClr val="64756A"/>
                </a:solidFill>
              </a:rPr>
              <a:t>The model parses the request and selects evidence. Code fetches, validates, aligns, and scores.</a:t>
            </a:r>
          </a:p>
        </p:txBody>
      </p:sp>
      <p:sp>
        <p:nvSpPr>
          <p:cNvPr id="4" name="">
            <a:extLst xmlns:a="http://schemas.openxmlformats.org/drawingml/2006/main">
              <a:ext uri="{FF2B5EF4-FFF2-40B4-BE49-F238E27FC236}">
                <a16:creationId xmlns:a16="http://schemas.microsoft.com/office/drawing/2014/main" id="{303B50E6-54BF-4497-909B-7C80B561D5D5}"/>
              </a:ext>
            </a:extLst>
          </p:cNvPr>
          <p:cNvSpPr>
            <a:spLocks xmlns:a="http://schemas.openxmlformats.org/drawingml/2006/main" noGrp="1"/>
          </p:cNvSpPr>
          <p:nvPr/>
        </p:nvSpPr>
        <p:spPr>
          <a:xfrm xmlns:a="http://schemas.openxmlformats.org/drawingml/2006/main">
            <a:off x="685800" y="1885950"/>
            <a:ext cx="10820400" cy="0"/>
          </a:xfrm>
          <a:prstGeom xmlns:a="http://schemas.openxmlformats.org/drawingml/2006/main" prst="line">
            <a:avLst/>
          </a:prstGeom>
          <a:noFill xmlns:a="http://schemas.openxmlformats.org/drawingml/2006/main"/>
          <a:ln xmlns:a="http://schemas.openxmlformats.org/drawingml/2006/main" w="9525">
            <a:solidFill>
              <a:srgbClr val="B8C8BA"/>
            </a:solidFill>
            <a:prstDash val="solid"/>
          </a:ln>
        </p:spPr>
      </p:sp>
      <p:sp>
        <p:nvSpPr>
          <p:cNvPr id="5" name="">
            <a:extLst xmlns:a="http://schemas.openxmlformats.org/drawingml/2006/main">
              <a:ext uri="{FF2B5EF4-FFF2-40B4-BE49-F238E27FC236}">
                <a16:creationId xmlns:a16="http://schemas.microsoft.com/office/drawing/2014/main" id="{1819D11A-FD19-425C-B454-64B88E88EA0E}"/>
              </a:ext>
            </a:extLst>
          </p:cNvPr>
          <p:cNvSpPr>
            <a:spLocks xmlns:a="http://schemas.openxmlformats.org/drawingml/2006/main" noGrp="1"/>
          </p:cNvSpPr>
          <p:nvPr/>
        </p:nvSpPr>
        <p:spPr>
          <a:xfrm xmlns:a="http://schemas.openxmlformats.org/drawingml/2006/main">
            <a:off x="685800" y="2533650"/>
            <a:ext cx="2095500" cy="1562100"/>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9525">
            <a:solidFill>
              <a:srgbClr val="B8C8BA"/>
            </a:solidFill>
            <a:prstDash val="solid"/>
          </a:ln>
        </p:spPr>
      </p:sp>
      <p:sp>
        <p:nvSpPr>
          <p:cNvPr id="6" name="">
            <a:extLst xmlns:a="http://schemas.openxmlformats.org/drawingml/2006/main">
              <a:ext uri="{FF2B5EF4-FFF2-40B4-BE49-F238E27FC236}">
                <a16:creationId xmlns:a16="http://schemas.microsoft.com/office/drawing/2014/main" id="{0C6F0E14-3A10-430E-AA87-314E9AD824D6}"/>
              </a:ext>
            </a:extLst>
          </p:cNvPr>
          <p:cNvSpPr>
            <a:spLocks xmlns:a="http://schemas.openxmlformats.org/drawingml/2006/main" noGrp="1"/>
          </p:cNvSpPr>
          <p:nvPr/>
        </p:nvSpPr>
        <p:spPr>
          <a:xfrm xmlns:a="http://schemas.openxmlformats.org/drawingml/2006/main">
            <a:off x="857250" y="2724150"/>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2E6B4A"/>
                </a:solidFill>
              </a:defRPr>
            </a:defPPr>
            <a:lvl1pPr>
              <a:defRPr sz="900" b="1">
                <a:solidFill>
                  <a:srgbClr val="2E6B4A"/>
                </a:solidFill>
              </a:defRPr>
            </a:lvl1pPr>
            <a:lvl2pPr>
              <a:defRPr sz="900" b="1">
                <a:solidFill>
                  <a:srgbClr val="2E6B4A"/>
                </a:solidFill>
              </a:defRPr>
            </a:lvl2pPr>
            <a:lvl3pPr>
              <a:defRPr sz="900" b="1">
                <a:solidFill>
                  <a:srgbClr val="2E6B4A"/>
                </a:solidFill>
              </a:defRPr>
            </a:lvl3pPr>
            <a:lvl4pPr>
              <a:defRPr sz="900" b="1">
                <a:solidFill>
                  <a:srgbClr val="2E6B4A"/>
                </a:solidFill>
              </a:defRPr>
            </a:lvl4pPr>
            <a:lvl5pPr>
              <a:defRPr sz="900" b="1">
                <a:solidFill>
                  <a:srgbClr val="2E6B4A"/>
                </a:solidFill>
              </a:defRPr>
            </a:lvl5pPr>
            <a:lvl6pPr>
              <a:defRPr sz="900" b="1">
                <a:solidFill>
                  <a:srgbClr val="2E6B4A"/>
                </a:solidFill>
              </a:defRPr>
            </a:lvl6pPr>
            <a:lvl7pPr>
              <a:defRPr sz="900" b="1">
                <a:solidFill>
                  <a:srgbClr val="2E6B4A"/>
                </a:solidFill>
              </a:defRPr>
            </a:lvl7pPr>
            <a:lvl8pPr>
              <a:defRPr sz="900" b="1">
                <a:solidFill>
                  <a:srgbClr val="2E6B4A"/>
                </a:solidFill>
              </a:defRPr>
            </a:lvl8pPr>
            <a:lvl9pPr>
              <a:defRPr sz="900" b="1">
                <a:solidFill>
                  <a:srgbClr val="2E6B4A"/>
                </a:solidFill>
              </a:defRPr>
            </a:lvl9pPr>
          </a:lstStyle>
          <a:p xmlns:a="http://schemas.openxmlformats.org/drawingml/2006/main">
            <a:pPr>
              <a:defRPr sz="900" b="1">
                <a:solidFill>
                  <a:srgbClr val="2E6B4A"/>
                </a:solidFill>
              </a:defRPr>
            </a:pPr>
            <a:r>
              <a:rPr sz="900" b="1">
                <a:solidFill>
                  <a:srgbClr val="2E6B4A"/>
                </a:solidFill>
              </a:rPr>
              <a:t>QUESTION</a:t>
            </a:r>
          </a:p>
        </p:txBody>
      </p:sp>
      <p:sp>
        <p:nvSpPr>
          <p:cNvPr id="7" name="">
            <a:extLst xmlns:a="http://schemas.openxmlformats.org/drawingml/2006/main">
              <a:ext uri="{FF2B5EF4-FFF2-40B4-BE49-F238E27FC236}">
                <a16:creationId xmlns:a16="http://schemas.microsoft.com/office/drawing/2014/main" id="{4068D983-454A-457A-BBE8-B37057EAA286}"/>
              </a:ext>
            </a:extLst>
          </p:cNvPr>
          <p:cNvSpPr>
            <a:spLocks xmlns:a="http://schemas.openxmlformats.org/drawingml/2006/main" noGrp="1"/>
          </p:cNvSpPr>
          <p:nvPr/>
        </p:nvSpPr>
        <p:spPr>
          <a:xfrm xmlns:a="http://schemas.openxmlformats.org/drawingml/2006/main">
            <a:off x="857250" y="3143250"/>
            <a:ext cx="1752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0392D"/>
                </a:solidFill>
              </a:defRPr>
            </a:defPPr>
            <a:lvl1pPr>
              <a:defRPr sz="1425" b="1">
                <a:solidFill>
                  <a:srgbClr val="20392D"/>
                </a:solidFill>
              </a:defRPr>
            </a:lvl1pPr>
            <a:lvl2pPr>
              <a:defRPr sz="1425" b="1">
                <a:solidFill>
                  <a:srgbClr val="20392D"/>
                </a:solidFill>
              </a:defRPr>
            </a:lvl2pPr>
            <a:lvl3pPr>
              <a:defRPr sz="1425" b="1">
                <a:solidFill>
                  <a:srgbClr val="20392D"/>
                </a:solidFill>
              </a:defRPr>
            </a:lvl3pPr>
            <a:lvl4pPr>
              <a:defRPr sz="1425" b="1">
                <a:solidFill>
                  <a:srgbClr val="20392D"/>
                </a:solidFill>
              </a:defRPr>
            </a:lvl4pPr>
            <a:lvl5pPr>
              <a:defRPr sz="1425" b="1">
                <a:solidFill>
                  <a:srgbClr val="20392D"/>
                </a:solidFill>
              </a:defRPr>
            </a:lvl5pPr>
            <a:lvl6pPr>
              <a:defRPr sz="1425" b="1">
                <a:solidFill>
                  <a:srgbClr val="20392D"/>
                </a:solidFill>
              </a:defRPr>
            </a:lvl6pPr>
            <a:lvl7pPr>
              <a:defRPr sz="1425" b="1">
                <a:solidFill>
                  <a:srgbClr val="20392D"/>
                </a:solidFill>
              </a:defRPr>
            </a:lvl7pPr>
            <a:lvl8pPr>
              <a:defRPr sz="1425" b="1">
                <a:solidFill>
                  <a:srgbClr val="20392D"/>
                </a:solidFill>
              </a:defRPr>
            </a:lvl8pPr>
            <a:lvl9pPr>
              <a:defRPr sz="1425" b="1">
                <a:solidFill>
                  <a:srgbClr val="20392D"/>
                </a:solidFill>
              </a:defRPr>
            </a:lvl9pPr>
          </a:lstStyle>
          <a:p xmlns:a="http://schemas.openxmlformats.org/drawingml/2006/main">
            <a:pPr>
              <a:defRPr sz="1425" b="1">
                <a:solidFill>
                  <a:srgbClr val="20392D"/>
                </a:solidFill>
              </a:defRPr>
            </a:pPr>
            <a:r>
              <a:rPr sz="1425" b="1">
                <a:solidFill>
                  <a:srgbClr val="20392D"/>
                </a:solidFill>
              </a:rPr>
              <a:t>Explicit place,</a:t>
            </a:r>
          </a:p>
          <a:p xmlns:a="http://schemas.openxmlformats.org/drawingml/2006/main">
            <a:pPr>
              <a:defRPr sz="1425" b="1">
                <a:solidFill>
                  <a:srgbClr val="20392D"/>
                </a:solidFill>
              </a:defRPr>
            </a:pPr>
            <a:r>
              <a:rPr sz="1425" b="1">
                <a:solidFill>
                  <a:srgbClr val="20392D"/>
                </a:solidFill>
              </a:rPr>
              <a:t>activity, time</a:t>
            </a:r>
          </a:p>
        </p:txBody>
      </p:sp>
      <p:sp>
        <p:nvSpPr>
          <p:cNvPr id="8" name="">
            <a:extLst xmlns:a="http://schemas.openxmlformats.org/drawingml/2006/main">
              <a:ext uri="{FF2B5EF4-FFF2-40B4-BE49-F238E27FC236}">
                <a16:creationId xmlns:a16="http://schemas.microsoft.com/office/drawing/2014/main" id="{088943EE-C7FB-4992-9304-0625FC2ED6D1}"/>
              </a:ext>
            </a:extLst>
          </p:cNvPr>
          <p:cNvSpPr>
            <a:spLocks xmlns:a="http://schemas.openxmlformats.org/drawingml/2006/main" noGrp="1"/>
          </p:cNvSpPr>
          <p:nvPr/>
        </p:nvSpPr>
        <p:spPr>
          <a:xfrm xmlns:a="http://schemas.openxmlformats.org/drawingml/2006/main">
            <a:off x="3143250" y="2533650"/>
            <a:ext cx="2190750" cy="1562100"/>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9525">
            <a:solidFill>
              <a:srgbClr val="B8C8BA"/>
            </a:solidFill>
            <a:prstDash val="solid"/>
          </a:ln>
        </p:spPr>
      </p:sp>
      <p:sp>
        <p:nvSpPr>
          <p:cNvPr id="9" name="">
            <a:extLst xmlns:a="http://schemas.openxmlformats.org/drawingml/2006/main">
              <a:ext uri="{FF2B5EF4-FFF2-40B4-BE49-F238E27FC236}">
                <a16:creationId xmlns:a16="http://schemas.microsoft.com/office/drawing/2014/main" id="{BD93B8CB-BC62-4DA4-A698-3747E5DEBB4D}"/>
              </a:ext>
            </a:extLst>
          </p:cNvPr>
          <p:cNvSpPr>
            <a:spLocks xmlns:a="http://schemas.openxmlformats.org/drawingml/2006/main" noGrp="1"/>
          </p:cNvSpPr>
          <p:nvPr/>
        </p:nvSpPr>
        <p:spPr>
          <a:xfrm xmlns:a="http://schemas.openxmlformats.org/drawingml/2006/main">
            <a:off x="3314700" y="272415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2E6B4A"/>
                </a:solidFill>
              </a:defRPr>
            </a:defPPr>
            <a:lvl1pPr>
              <a:defRPr sz="900" b="1">
                <a:solidFill>
                  <a:srgbClr val="2E6B4A"/>
                </a:solidFill>
              </a:defRPr>
            </a:lvl1pPr>
            <a:lvl2pPr>
              <a:defRPr sz="900" b="1">
                <a:solidFill>
                  <a:srgbClr val="2E6B4A"/>
                </a:solidFill>
              </a:defRPr>
            </a:lvl2pPr>
            <a:lvl3pPr>
              <a:defRPr sz="900" b="1">
                <a:solidFill>
                  <a:srgbClr val="2E6B4A"/>
                </a:solidFill>
              </a:defRPr>
            </a:lvl3pPr>
            <a:lvl4pPr>
              <a:defRPr sz="900" b="1">
                <a:solidFill>
                  <a:srgbClr val="2E6B4A"/>
                </a:solidFill>
              </a:defRPr>
            </a:lvl4pPr>
            <a:lvl5pPr>
              <a:defRPr sz="900" b="1">
                <a:solidFill>
                  <a:srgbClr val="2E6B4A"/>
                </a:solidFill>
              </a:defRPr>
            </a:lvl5pPr>
            <a:lvl6pPr>
              <a:defRPr sz="900" b="1">
                <a:solidFill>
                  <a:srgbClr val="2E6B4A"/>
                </a:solidFill>
              </a:defRPr>
            </a:lvl6pPr>
            <a:lvl7pPr>
              <a:defRPr sz="900" b="1">
                <a:solidFill>
                  <a:srgbClr val="2E6B4A"/>
                </a:solidFill>
              </a:defRPr>
            </a:lvl7pPr>
            <a:lvl8pPr>
              <a:defRPr sz="900" b="1">
                <a:solidFill>
                  <a:srgbClr val="2E6B4A"/>
                </a:solidFill>
              </a:defRPr>
            </a:lvl8pPr>
            <a:lvl9pPr>
              <a:defRPr sz="900" b="1">
                <a:solidFill>
                  <a:srgbClr val="2E6B4A"/>
                </a:solidFill>
              </a:defRPr>
            </a:lvl9pPr>
          </a:lstStyle>
          <a:p xmlns:a="http://schemas.openxmlformats.org/drawingml/2006/main">
            <a:pPr>
              <a:defRPr sz="900" b="1">
                <a:solidFill>
                  <a:srgbClr val="2E6B4A"/>
                </a:solidFill>
              </a:defRPr>
            </a:pPr>
            <a:r>
              <a:rPr sz="900" b="1">
                <a:solidFill>
                  <a:srgbClr val="2E6B4A"/>
                </a:solidFill>
              </a:rPr>
              <a:t>LOCAL SLM</a:t>
            </a:r>
          </a:p>
        </p:txBody>
      </p:sp>
      <p:sp>
        <p:nvSpPr>
          <p:cNvPr id="10" name="">
            <a:extLst xmlns:a="http://schemas.openxmlformats.org/drawingml/2006/main">
              <a:ext uri="{FF2B5EF4-FFF2-40B4-BE49-F238E27FC236}">
                <a16:creationId xmlns:a16="http://schemas.microsoft.com/office/drawing/2014/main" id="{7016BEA1-311B-4E96-A12E-0C60DF2736A3}"/>
              </a:ext>
            </a:extLst>
          </p:cNvPr>
          <p:cNvSpPr>
            <a:spLocks xmlns:a="http://schemas.openxmlformats.org/drawingml/2006/main" noGrp="1"/>
          </p:cNvSpPr>
          <p:nvPr/>
        </p:nvSpPr>
        <p:spPr>
          <a:xfrm xmlns:a="http://schemas.openxmlformats.org/drawingml/2006/main">
            <a:off x="3314700" y="3143250"/>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0392D"/>
                </a:solidFill>
              </a:defRPr>
            </a:defPPr>
            <a:lvl1pPr>
              <a:defRPr sz="1425" b="1">
                <a:solidFill>
                  <a:srgbClr val="20392D"/>
                </a:solidFill>
              </a:defRPr>
            </a:lvl1pPr>
            <a:lvl2pPr>
              <a:defRPr sz="1425" b="1">
                <a:solidFill>
                  <a:srgbClr val="20392D"/>
                </a:solidFill>
              </a:defRPr>
            </a:lvl2pPr>
            <a:lvl3pPr>
              <a:defRPr sz="1425" b="1">
                <a:solidFill>
                  <a:srgbClr val="20392D"/>
                </a:solidFill>
              </a:defRPr>
            </a:lvl3pPr>
            <a:lvl4pPr>
              <a:defRPr sz="1425" b="1">
                <a:solidFill>
                  <a:srgbClr val="20392D"/>
                </a:solidFill>
              </a:defRPr>
            </a:lvl4pPr>
            <a:lvl5pPr>
              <a:defRPr sz="1425" b="1">
                <a:solidFill>
                  <a:srgbClr val="20392D"/>
                </a:solidFill>
              </a:defRPr>
            </a:lvl5pPr>
            <a:lvl6pPr>
              <a:defRPr sz="1425" b="1">
                <a:solidFill>
                  <a:srgbClr val="20392D"/>
                </a:solidFill>
              </a:defRPr>
            </a:lvl6pPr>
            <a:lvl7pPr>
              <a:defRPr sz="1425" b="1">
                <a:solidFill>
                  <a:srgbClr val="20392D"/>
                </a:solidFill>
              </a:defRPr>
            </a:lvl7pPr>
            <a:lvl8pPr>
              <a:defRPr sz="1425" b="1">
                <a:solidFill>
                  <a:srgbClr val="20392D"/>
                </a:solidFill>
              </a:defRPr>
            </a:lvl8pPr>
            <a:lvl9pPr>
              <a:defRPr sz="1425" b="1">
                <a:solidFill>
                  <a:srgbClr val="20392D"/>
                </a:solidFill>
              </a:defRPr>
            </a:lvl9pPr>
          </a:lstStyle>
          <a:p xmlns:a="http://schemas.openxmlformats.org/drawingml/2006/main">
            <a:pPr>
              <a:defRPr sz="1425" b="1">
                <a:solidFill>
                  <a:srgbClr val="20392D"/>
                </a:solidFill>
              </a:defRPr>
            </a:pPr>
            <a:r>
              <a:rPr sz="1425" b="1">
                <a:solidFill>
                  <a:srgbClr val="20392D"/>
                </a:solidFill>
              </a:rPr>
              <a:t>Qwen 2.5 1.5B</a:t>
            </a:r>
          </a:p>
          <a:p xmlns:a="http://schemas.openxmlformats.org/drawingml/2006/main">
            <a:pPr>
              <a:defRPr sz="1425" b="1">
                <a:solidFill>
                  <a:srgbClr val="20392D"/>
                </a:solidFill>
              </a:defRPr>
            </a:pPr>
            <a:r>
              <a:rPr sz="1425" b="1">
                <a:solidFill>
                  <a:srgbClr val="20392D"/>
                </a:solidFill>
              </a:rPr>
              <a:t>field extraction</a:t>
            </a:r>
          </a:p>
        </p:txBody>
      </p:sp>
      <p:sp>
        <p:nvSpPr>
          <p:cNvPr id="11" name="">
            <a:extLst xmlns:a="http://schemas.openxmlformats.org/drawingml/2006/main">
              <a:ext uri="{FF2B5EF4-FFF2-40B4-BE49-F238E27FC236}">
                <a16:creationId xmlns:a16="http://schemas.microsoft.com/office/drawing/2014/main" id="{777FC3D5-0946-4A8D-986A-475E721F89ED}"/>
              </a:ext>
            </a:extLst>
          </p:cNvPr>
          <p:cNvSpPr>
            <a:spLocks xmlns:a="http://schemas.openxmlformats.org/drawingml/2006/main" noGrp="1"/>
          </p:cNvSpPr>
          <p:nvPr/>
        </p:nvSpPr>
        <p:spPr>
          <a:xfrm xmlns:a="http://schemas.openxmlformats.org/drawingml/2006/main">
            <a:off x="5695950" y="2533650"/>
            <a:ext cx="2571750" cy="1562100"/>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9525">
            <a:solidFill>
              <a:srgbClr val="B8C8BA"/>
            </a:solidFill>
            <a:prstDash val="solid"/>
          </a:ln>
        </p:spPr>
      </p:sp>
      <p:sp>
        <p:nvSpPr>
          <p:cNvPr id="12" name="">
            <a:extLst xmlns:a="http://schemas.openxmlformats.org/drawingml/2006/main">
              <a:ext uri="{FF2B5EF4-FFF2-40B4-BE49-F238E27FC236}">
                <a16:creationId xmlns:a16="http://schemas.microsoft.com/office/drawing/2014/main" id="{356FEC75-C061-49DE-BD1C-70934C6284C8}"/>
              </a:ext>
            </a:extLst>
          </p:cNvPr>
          <p:cNvSpPr>
            <a:spLocks xmlns:a="http://schemas.openxmlformats.org/drawingml/2006/main" noGrp="1"/>
          </p:cNvSpPr>
          <p:nvPr/>
        </p:nvSpPr>
        <p:spPr>
          <a:xfrm xmlns:a="http://schemas.openxmlformats.org/drawingml/2006/main">
            <a:off x="5867400" y="2724150"/>
            <a:ext cx="2228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2E6B4A"/>
                </a:solidFill>
              </a:defRPr>
            </a:defPPr>
            <a:lvl1pPr>
              <a:defRPr sz="900" b="1">
                <a:solidFill>
                  <a:srgbClr val="2E6B4A"/>
                </a:solidFill>
              </a:defRPr>
            </a:lvl1pPr>
            <a:lvl2pPr>
              <a:defRPr sz="900" b="1">
                <a:solidFill>
                  <a:srgbClr val="2E6B4A"/>
                </a:solidFill>
              </a:defRPr>
            </a:lvl2pPr>
            <a:lvl3pPr>
              <a:defRPr sz="900" b="1">
                <a:solidFill>
                  <a:srgbClr val="2E6B4A"/>
                </a:solidFill>
              </a:defRPr>
            </a:lvl3pPr>
            <a:lvl4pPr>
              <a:defRPr sz="900" b="1">
                <a:solidFill>
                  <a:srgbClr val="2E6B4A"/>
                </a:solidFill>
              </a:defRPr>
            </a:lvl4pPr>
            <a:lvl5pPr>
              <a:defRPr sz="900" b="1">
                <a:solidFill>
                  <a:srgbClr val="2E6B4A"/>
                </a:solidFill>
              </a:defRPr>
            </a:lvl5pPr>
            <a:lvl6pPr>
              <a:defRPr sz="900" b="1">
                <a:solidFill>
                  <a:srgbClr val="2E6B4A"/>
                </a:solidFill>
              </a:defRPr>
            </a:lvl6pPr>
            <a:lvl7pPr>
              <a:defRPr sz="900" b="1">
                <a:solidFill>
                  <a:srgbClr val="2E6B4A"/>
                </a:solidFill>
              </a:defRPr>
            </a:lvl7pPr>
            <a:lvl8pPr>
              <a:defRPr sz="900" b="1">
                <a:solidFill>
                  <a:srgbClr val="2E6B4A"/>
                </a:solidFill>
              </a:defRPr>
            </a:lvl8pPr>
            <a:lvl9pPr>
              <a:defRPr sz="900" b="1">
                <a:solidFill>
                  <a:srgbClr val="2E6B4A"/>
                </a:solidFill>
              </a:defRPr>
            </a:lvl9pPr>
          </a:lstStyle>
          <a:p xmlns:a="http://schemas.openxmlformats.org/drawingml/2006/main">
            <a:pPr>
              <a:defRPr sz="900" b="1">
                <a:solidFill>
                  <a:srgbClr val="2E6B4A"/>
                </a:solidFill>
              </a:defRPr>
            </a:pPr>
            <a:r>
              <a:rPr sz="900" b="1">
                <a:solidFill>
                  <a:srgbClr val="2E6B4A"/>
                </a:solidFill>
              </a:rPr>
              <a:t>OPEN PROVIDERS</a:t>
            </a:r>
          </a:p>
        </p:txBody>
      </p:sp>
      <p:sp>
        <p:nvSpPr>
          <p:cNvPr id="13" name="">
            <a:extLst xmlns:a="http://schemas.openxmlformats.org/drawingml/2006/main">
              <a:ext uri="{FF2B5EF4-FFF2-40B4-BE49-F238E27FC236}">
                <a16:creationId xmlns:a16="http://schemas.microsoft.com/office/drawing/2014/main" id="{768793C8-7EC0-49E5-95BF-A5BFC4B1C70C}"/>
              </a:ext>
            </a:extLst>
          </p:cNvPr>
          <p:cNvSpPr>
            <a:spLocks xmlns:a="http://schemas.openxmlformats.org/drawingml/2006/main" noGrp="1"/>
          </p:cNvSpPr>
          <p:nvPr/>
        </p:nvSpPr>
        <p:spPr>
          <a:xfrm xmlns:a="http://schemas.openxmlformats.org/drawingml/2006/main">
            <a:off x="5867400" y="3143250"/>
            <a:ext cx="2228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0392D"/>
                </a:solidFill>
              </a:defRPr>
            </a:defPPr>
            <a:lvl1pPr>
              <a:defRPr sz="1425" b="1">
                <a:solidFill>
                  <a:srgbClr val="20392D"/>
                </a:solidFill>
              </a:defRPr>
            </a:lvl1pPr>
            <a:lvl2pPr>
              <a:defRPr sz="1425" b="1">
                <a:solidFill>
                  <a:srgbClr val="20392D"/>
                </a:solidFill>
              </a:defRPr>
            </a:lvl2pPr>
            <a:lvl3pPr>
              <a:defRPr sz="1425" b="1">
                <a:solidFill>
                  <a:srgbClr val="20392D"/>
                </a:solidFill>
              </a:defRPr>
            </a:lvl3pPr>
            <a:lvl4pPr>
              <a:defRPr sz="1425" b="1">
                <a:solidFill>
                  <a:srgbClr val="20392D"/>
                </a:solidFill>
              </a:defRPr>
            </a:lvl4pPr>
            <a:lvl5pPr>
              <a:defRPr sz="1425" b="1">
                <a:solidFill>
                  <a:srgbClr val="20392D"/>
                </a:solidFill>
              </a:defRPr>
            </a:lvl5pPr>
            <a:lvl6pPr>
              <a:defRPr sz="1425" b="1">
                <a:solidFill>
                  <a:srgbClr val="20392D"/>
                </a:solidFill>
              </a:defRPr>
            </a:lvl6pPr>
            <a:lvl7pPr>
              <a:defRPr sz="1425" b="1">
                <a:solidFill>
                  <a:srgbClr val="20392D"/>
                </a:solidFill>
              </a:defRPr>
            </a:lvl7pPr>
            <a:lvl8pPr>
              <a:defRPr sz="1425" b="1">
                <a:solidFill>
                  <a:srgbClr val="20392D"/>
                </a:solidFill>
              </a:defRPr>
            </a:lvl8pPr>
            <a:lvl9pPr>
              <a:defRPr sz="1425" b="1">
                <a:solidFill>
                  <a:srgbClr val="20392D"/>
                </a:solidFill>
              </a:defRPr>
            </a:lvl9pPr>
          </a:lstStyle>
          <a:p xmlns:a="http://schemas.openxmlformats.org/drawingml/2006/main">
            <a:pPr>
              <a:defRPr sz="1425" b="1">
                <a:solidFill>
                  <a:srgbClr val="20392D"/>
                </a:solidFill>
              </a:defRPr>
            </a:pPr>
            <a:r>
              <a:rPr sz="1425" b="1">
                <a:solidFill>
                  <a:srgbClr val="20392D"/>
                </a:solidFill>
              </a:rPr>
              <a:t>Nominatim + Overpass</a:t>
            </a:r>
          </a:p>
          <a:p xmlns:a="http://schemas.openxmlformats.org/drawingml/2006/main">
            <a:pPr>
              <a:defRPr sz="1425" b="1">
                <a:solidFill>
                  <a:srgbClr val="20392D"/>
                </a:solidFill>
              </a:defRPr>
            </a:pPr>
            <a:r>
              <a:rPr sz="1425" b="1">
                <a:solidFill>
                  <a:srgbClr val="20392D"/>
                </a:solidFill>
              </a:rPr>
              <a:t>Open-Meteo forecast + AQ</a:t>
            </a:r>
          </a:p>
        </p:txBody>
      </p:sp>
      <p:sp>
        <p:nvSpPr>
          <p:cNvPr id="14" name="">
            <a:extLst xmlns:a="http://schemas.openxmlformats.org/drawingml/2006/main">
              <a:ext uri="{FF2B5EF4-FFF2-40B4-BE49-F238E27FC236}">
                <a16:creationId xmlns:a16="http://schemas.microsoft.com/office/drawing/2014/main" id="{98F22E56-031C-4EFD-A657-92C1B36F438D}"/>
              </a:ext>
            </a:extLst>
          </p:cNvPr>
          <p:cNvSpPr>
            <a:spLocks xmlns:a="http://schemas.openxmlformats.org/drawingml/2006/main" noGrp="1"/>
          </p:cNvSpPr>
          <p:nvPr/>
        </p:nvSpPr>
        <p:spPr>
          <a:xfrm xmlns:a="http://schemas.openxmlformats.org/drawingml/2006/main">
            <a:off x="8629650" y="2533650"/>
            <a:ext cx="2857500" cy="1562100"/>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9525">
            <a:solidFill>
              <a:srgbClr val="B8C8BA"/>
            </a:solidFill>
            <a:prstDash val="solid"/>
          </a:ln>
        </p:spPr>
      </p:sp>
      <p:sp>
        <p:nvSpPr>
          <p:cNvPr id="15" name="">
            <a:extLst xmlns:a="http://schemas.openxmlformats.org/drawingml/2006/main">
              <a:ext uri="{FF2B5EF4-FFF2-40B4-BE49-F238E27FC236}">
                <a16:creationId xmlns:a16="http://schemas.microsoft.com/office/drawing/2014/main" id="{A7D9EE9F-F79A-4A8E-965B-A23735C7978A}"/>
              </a:ext>
            </a:extLst>
          </p:cNvPr>
          <p:cNvSpPr>
            <a:spLocks xmlns:a="http://schemas.openxmlformats.org/drawingml/2006/main" noGrp="1"/>
          </p:cNvSpPr>
          <p:nvPr/>
        </p:nvSpPr>
        <p:spPr>
          <a:xfrm xmlns:a="http://schemas.openxmlformats.org/drawingml/2006/main">
            <a:off x="8801100" y="2724150"/>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2E6B4A"/>
                </a:solidFill>
              </a:defRPr>
            </a:defPPr>
            <a:lvl1pPr>
              <a:defRPr sz="900" b="1">
                <a:solidFill>
                  <a:srgbClr val="2E6B4A"/>
                </a:solidFill>
              </a:defRPr>
            </a:lvl1pPr>
            <a:lvl2pPr>
              <a:defRPr sz="900" b="1">
                <a:solidFill>
                  <a:srgbClr val="2E6B4A"/>
                </a:solidFill>
              </a:defRPr>
            </a:lvl2pPr>
            <a:lvl3pPr>
              <a:defRPr sz="900" b="1">
                <a:solidFill>
                  <a:srgbClr val="2E6B4A"/>
                </a:solidFill>
              </a:defRPr>
            </a:lvl3pPr>
            <a:lvl4pPr>
              <a:defRPr sz="900" b="1">
                <a:solidFill>
                  <a:srgbClr val="2E6B4A"/>
                </a:solidFill>
              </a:defRPr>
            </a:lvl4pPr>
            <a:lvl5pPr>
              <a:defRPr sz="900" b="1">
                <a:solidFill>
                  <a:srgbClr val="2E6B4A"/>
                </a:solidFill>
              </a:defRPr>
            </a:lvl5pPr>
            <a:lvl6pPr>
              <a:defRPr sz="900" b="1">
                <a:solidFill>
                  <a:srgbClr val="2E6B4A"/>
                </a:solidFill>
              </a:defRPr>
            </a:lvl6pPr>
            <a:lvl7pPr>
              <a:defRPr sz="900" b="1">
                <a:solidFill>
                  <a:srgbClr val="2E6B4A"/>
                </a:solidFill>
              </a:defRPr>
            </a:lvl7pPr>
            <a:lvl8pPr>
              <a:defRPr sz="900" b="1">
                <a:solidFill>
                  <a:srgbClr val="2E6B4A"/>
                </a:solidFill>
              </a:defRPr>
            </a:lvl8pPr>
            <a:lvl9pPr>
              <a:defRPr sz="900" b="1">
                <a:solidFill>
                  <a:srgbClr val="2E6B4A"/>
                </a:solidFill>
              </a:defRPr>
            </a:lvl9pPr>
          </a:lstStyle>
          <a:p xmlns:a="http://schemas.openxmlformats.org/drawingml/2006/main">
            <a:pPr>
              <a:defRPr sz="900" b="1">
                <a:solidFill>
                  <a:srgbClr val="2E6B4A"/>
                </a:solidFill>
              </a:defRPr>
            </a:pPr>
            <a:r>
              <a:rPr sz="900" b="1">
                <a:solidFill>
                  <a:srgbClr val="2E6B4A"/>
                </a:solidFill>
              </a:rPr>
              <a:t>DECISION ENGINE</a:t>
            </a:r>
          </a:p>
        </p:txBody>
      </p:sp>
      <p:sp>
        <p:nvSpPr>
          <p:cNvPr id="16" name="">
            <a:extLst xmlns:a="http://schemas.openxmlformats.org/drawingml/2006/main">
              <a:ext uri="{FF2B5EF4-FFF2-40B4-BE49-F238E27FC236}">
                <a16:creationId xmlns:a16="http://schemas.microsoft.com/office/drawing/2014/main" id="{3C8806B5-6233-4A20-AB09-FCC94082183A}"/>
              </a:ext>
            </a:extLst>
          </p:cNvPr>
          <p:cNvSpPr>
            <a:spLocks xmlns:a="http://schemas.openxmlformats.org/drawingml/2006/main" noGrp="1"/>
          </p:cNvSpPr>
          <p:nvPr/>
        </p:nvSpPr>
        <p:spPr>
          <a:xfrm xmlns:a="http://schemas.openxmlformats.org/drawingml/2006/main">
            <a:off x="8801100" y="3143250"/>
            <a:ext cx="251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0392D"/>
                </a:solidFill>
              </a:defRPr>
            </a:defPPr>
            <a:lvl1pPr>
              <a:defRPr sz="1425" b="1">
                <a:solidFill>
                  <a:srgbClr val="20392D"/>
                </a:solidFill>
              </a:defRPr>
            </a:lvl1pPr>
            <a:lvl2pPr>
              <a:defRPr sz="1425" b="1">
                <a:solidFill>
                  <a:srgbClr val="20392D"/>
                </a:solidFill>
              </a:defRPr>
            </a:lvl2pPr>
            <a:lvl3pPr>
              <a:defRPr sz="1425" b="1">
                <a:solidFill>
                  <a:srgbClr val="20392D"/>
                </a:solidFill>
              </a:defRPr>
            </a:lvl3pPr>
            <a:lvl4pPr>
              <a:defRPr sz="1425" b="1">
                <a:solidFill>
                  <a:srgbClr val="20392D"/>
                </a:solidFill>
              </a:defRPr>
            </a:lvl4pPr>
            <a:lvl5pPr>
              <a:defRPr sz="1425" b="1">
                <a:solidFill>
                  <a:srgbClr val="20392D"/>
                </a:solidFill>
              </a:defRPr>
            </a:lvl5pPr>
            <a:lvl6pPr>
              <a:defRPr sz="1425" b="1">
                <a:solidFill>
                  <a:srgbClr val="20392D"/>
                </a:solidFill>
              </a:defRPr>
            </a:lvl6pPr>
            <a:lvl7pPr>
              <a:defRPr sz="1425" b="1">
                <a:solidFill>
                  <a:srgbClr val="20392D"/>
                </a:solidFill>
              </a:defRPr>
            </a:lvl7pPr>
            <a:lvl8pPr>
              <a:defRPr sz="1425" b="1">
                <a:solidFill>
                  <a:srgbClr val="20392D"/>
                </a:solidFill>
              </a:defRPr>
            </a:lvl8pPr>
            <a:lvl9pPr>
              <a:defRPr sz="1425" b="1">
                <a:solidFill>
                  <a:srgbClr val="20392D"/>
                </a:solidFill>
              </a:defRPr>
            </a:lvl9pPr>
          </a:lstStyle>
          <a:p xmlns:a="http://schemas.openxmlformats.org/drawingml/2006/main">
            <a:pPr>
              <a:defRPr sz="1425" b="1">
                <a:solidFill>
                  <a:srgbClr val="20392D"/>
                </a:solidFill>
              </a:defRPr>
            </a:pPr>
            <a:r>
              <a:rPr sz="1425" b="1">
                <a:solidFill>
                  <a:srgbClr val="20392D"/>
                </a:solidFill>
              </a:rPr>
              <a:t>Venue tags + hourly data</a:t>
            </a:r>
          </a:p>
          <a:p xmlns:a="http://schemas.openxmlformats.org/drawingml/2006/main">
            <a:pPr>
              <a:defRPr sz="1425" b="1">
                <a:solidFill>
                  <a:srgbClr val="20392D"/>
                </a:solidFill>
              </a:defRPr>
            </a:pPr>
            <a:r>
              <a:rPr sz="1425" b="1">
                <a:solidFill>
                  <a:srgbClr val="20392D"/>
                </a:solidFill>
              </a:rPr>
              <a:t>Heuristic score + evidence</a:t>
            </a:r>
          </a:p>
        </p:txBody>
      </p:sp>
      <p:sp>
        <p:nvSpPr>
          <p:cNvPr id="17" name="">
            <a:extLst xmlns:a="http://schemas.openxmlformats.org/drawingml/2006/main">
              <a:ext uri="{FF2B5EF4-FFF2-40B4-BE49-F238E27FC236}">
                <a16:creationId xmlns:a16="http://schemas.microsoft.com/office/drawing/2014/main" id="{C6477E6C-1BFB-45C1-87C0-8B3D7874CC26}"/>
              </a:ext>
            </a:extLst>
          </p:cNvPr>
          <p:cNvSpPr>
            <a:spLocks xmlns:a="http://schemas.openxmlformats.org/drawingml/2006/main" noGrp="1"/>
          </p:cNvSpPr>
          <p:nvPr/>
        </p:nvSpPr>
        <p:spPr>
          <a:xfrm xmlns:a="http://schemas.openxmlformats.org/drawingml/2006/main">
            <a:off x="2876550" y="3314700"/>
            <a:ext cx="152400" cy="0"/>
          </a:xfrm>
          <a:prstGeom xmlns:a="http://schemas.openxmlformats.org/drawingml/2006/main" prst="line">
            <a:avLst/>
          </a:prstGeom>
          <a:noFill xmlns:a="http://schemas.openxmlformats.org/drawingml/2006/main"/>
          <a:ln xmlns:a="http://schemas.openxmlformats.org/drawingml/2006/main" w="28575">
            <a:solidFill>
              <a:srgbClr val="2E6B4A"/>
            </a:solidFill>
            <a:prstDash val="solid"/>
          </a:ln>
        </p:spPr>
      </p:sp>
      <p:sp>
        <p:nvSpPr>
          <p:cNvPr id="18" name="">
            <a:extLst xmlns:a="http://schemas.openxmlformats.org/drawingml/2006/main">
              <a:ext uri="{FF2B5EF4-FFF2-40B4-BE49-F238E27FC236}">
                <a16:creationId xmlns:a16="http://schemas.microsoft.com/office/drawing/2014/main" id="{6322F139-0DEC-4741-A1B4-4A3C1E67A965}"/>
              </a:ext>
            </a:extLst>
          </p:cNvPr>
          <p:cNvSpPr>
            <a:spLocks xmlns:a="http://schemas.openxmlformats.org/drawingml/2006/main" noGrp="1"/>
          </p:cNvSpPr>
          <p:nvPr/>
        </p:nvSpPr>
        <p:spPr>
          <a:xfrm xmlns:a="http://schemas.openxmlformats.org/drawingml/2006/main">
            <a:off x="5429250" y="3314700"/>
            <a:ext cx="152400" cy="0"/>
          </a:xfrm>
          <a:prstGeom xmlns:a="http://schemas.openxmlformats.org/drawingml/2006/main" prst="line">
            <a:avLst/>
          </a:prstGeom>
          <a:noFill xmlns:a="http://schemas.openxmlformats.org/drawingml/2006/main"/>
          <a:ln xmlns:a="http://schemas.openxmlformats.org/drawingml/2006/main" w="28575">
            <a:solidFill>
              <a:srgbClr val="2E6B4A"/>
            </a:solidFill>
            <a:prstDash val="solid"/>
          </a:ln>
        </p:spPr>
      </p:sp>
      <p:sp>
        <p:nvSpPr>
          <p:cNvPr id="19" name="">
            <a:extLst xmlns:a="http://schemas.openxmlformats.org/drawingml/2006/main">
              <a:ext uri="{FF2B5EF4-FFF2-40B4-BE49-F238E27FC236}">
                <a16:creationId xmlns:a16="http://schemas.microsoft.com/office/drawing/2014/main" id="{6D99C354-06FE-41C6-92EC-8322120B44BC}"/>
              </a:ext>
            </a:extLst>
          </p:cNvPr>
          <p:cNvSpPr>
            <a:spLocks xmlns:a="http://schemas.openxmlformats.org/drawingml/2006/main" noGrp="1"/>
          </p:cNvSpPr>
          <p:nvPr/>
        </p:nvSpPr>
        <p:spPr>
          <a:xfrm xmlns:a="http://schemas.openxmlformats.org/drawingml/2006/main">
            <a:off x="8362950" y="3314700"/>
            <a:ext cx="152400" cy="0"/>
          </a:xfrm>
          <a:prstGeom xmlns:a="http://schemas.openxmlformats.org/drawingml/2006/main" prst="line">
            <a:avLst/>
          </a:prstGeom>
          <a:noFill xmlns:a="http://schemas.openxmlformats.org/drawingml/2006/main"/>
          <a:ln xmlns:a="http://schemas.openxmlformats.org/drawingml/2006/main" w="28575">
            <a:solidFill>
              <a:srgbClr val="2E6B4A"/>
            </a:solidFill>
            <a:prstDash val="solid"/>
          </a:ln>
        </p:spPr>
      </p:sp>
      <p:sp>
        <p:nvSpPr>
          <p:cNvPr id="20" name="">
            <a:extLst xmlns:a="http://schemas.openxmlformats.org/drawingml/2006/main">
              <a:ext uri="{FF2B5EF4-FFF2-40B4-BE49-F238E27FC236}">
                <a16:creationId xmlns:a16="http://schemas.microsoft.com/office/drawing/2014/main" id="{31559C6F-BD4F-487D-AD0B-1B7C9853882B}"/>
              </a:ext>
            </a:extLst>
          </p:cNvPr>
          <p:cNvSpPr>
            <a:spLocks xmlns:a="http://schemas.openxmlformats.org/drawingml/2006/main" noGrp="1"/>
          </p:cNvSpPr>
          <p:nvPr/>
        </p:nvSpPr>
        <p:spPr>
          <a:xfrm xmlns:a="http://schemas.openxmlformats.org/drawingml/2006/main">
            <a:off x="10058400" y="4286250"/>
            <a:ext cx="0" cy="666750"/>
          </a:xfrm>
          <a:prstGeom xmlns:a="http://schemas.openxmlformats.org/drawingml/2006/main" prst="line">
            <a:avLst/>
          </a:prstGeom>
          <a:noFill xmlns:a="http://schemas.openxmlformats.org/drawingml/2006/main"/>
          <a:ln xmlns:a="http://schemas.openxmlformats.org/drawingml/2006/main" w="19050">
            <a:solidFill>
              <a:srgbClr val="2E6B4A"/>
            </a:solidFill>
            <a:prstDash val="solid"/>
          </a:ln>
        </p:spPr>
      </p:sp>
      <p:sp>
        <p:nvSpPr>
          <p:cNvPr id="21" name="">
            <a:extLst xmlns:a="http://schemas.openxmlformats.org/drawingml/2006/main">
              <a:ext uri="{FF2B5EF4-FFF2-40B4-BE49-F238E27FC236}">
                <a16:creationId xmlns:a16="http://schemas.microsoft.com/office/drawing/2014/main" id="{C556C7AE-3F20-4675-B33A-83B65084D5A5}"/>
              </a:ext>
            </a:extLst>
          </p:cNvPr>
          <p:cNvSpPr>
            <a:spLocks xmlns:a="http://schemas.openxmlformats.org/drawingml/2006/main" noGrp="1"/>
          </p:cNvSpPr>
          <p:nvPr/>
        </p:nvSpPr>
        <p:spPr>
          <a:xfrm xmlns:a="http://schemas.openxmlformats.org/drawingml/2006/main">
            <a:off x="8858250" y="50101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2E6B4A"/>
                </a:solidFill>
              </a:defRPr>
            </a:defPPr>
            <a:lvl1pPr>
              <a:defRPr sz="900" b="1">
                <a:solidFill>
                  <a:srgbClr val="2E6B4A"/>
                </a:solidFill>
              </a:defRPr>
            </a:lvl1pPr>
            <a:lvl2pPr>
              <a:defRPr sz="900" b="1">
                <a:solidFill>
                  <a:srgbClr val="2E6B4A"/>
                </a:solidFill>
              </a:defRPr>
            </a:lvl2pPr>
            <a:lvl3pPr>
              <a:defRPr sz="900" b="1">
                <a:solidFill>
                  <a:srgbClr val="2E6B4A"/>
                </a:solidFill>
              </a:defRPr>
            </a:lvl3pPr>
            <a:lvl4pPr>
              <a:defRPr sz="900" b="1">
                <a:solidFill>
                  <a:srgbClr val="2E6B4A"/>
                </a:solidFill>
              </a:defRPr>
            </a:lvl4pPr>
            <a:lvl5pPr>
              <a:defRPr sz="900" b="1">
                <a:solidFill>
                  <a:srgbClr val="2E6B4A"/>
                </a:solidFill>
              </a:defRPr>
            </a:lvl5pPr>
            <a:lvl6pPr>
              <a:defRPr sz="900" b="1">
                <a:solidFill>
                  <a:srgbClr val="2E6B4A"/>
                </a:solidFill>
              </a:defRPr>
            </a:lvl6pPr>
            <a:lvl7pPr>
              <a:defRPr sz="900" b="1">
                <a:solidFill>
                  <a:srgbClr val="2E6B4A"/>
                </a:solidFill>
              </a:defRPr>
            </a:lvl7pPr>
            <a:lvl8pPr>
              <a:defRPr sz="900" b="1">
                <a:solidFill>
                  <a:srgbClr val="2E6B4A"/>
                </a:solidFill>
              </a:defRPr>
            </a:lvl8pPr>
            <a:lvl9pPr>
              <a:defRPr sz="900" b="1">
                <a:solidFill>
                  <a:srgbClr val="2E6B4A"/>
                </a:solidFill>
              </a:defRPr>
            </a:lvl9pPr>
          </a:lstStyle>
          <a:p xmlns:a="http://schemas.openxmlformats.org/drawingml/2006/main">
            <a:pPr>
              <a:defRPr sz="900" b="1">
                <a:solidFill>
                  <a:srgbClr val="2E6B4A"/>
                </a:solidFill>
              </a:defRPr>
            </a:pPr>
            <a:r>
              <a:rPr sz="900" b="1">
                <a:solidFill>
                  <a:srgbClr val="2E6B4A"/>
                </a:solidFill>
              </a:rPr>
              <a:t>RESULT</a:t>
            </a:r>
          </a:p>
        </p:txBody>
      </p:sp>
      <p:sp>
        <p:nvSpPr>
          <p:cNvPr id="22" name="">
            <a:extLst xmlns:a="http://schemas.openxmlformats.org/drawingml/2006/main">
              <a:ext uri="{FF2B5EF4-FFF2-40B4-BE49-F238E27FC236}">
                <a16:creationId xmlns:a16="http://schemas.microsoft.com/office/drawing/2014/main" id="{90E475F6-A031-4BFB-A369-D3546EAB3BA7}"/>
              </a:ext>
            </a:extLst>
          </p:cNvPr>
          <p:cNvSpPr>
            <a:spLocks xmlns:a="http://schemas.openxmlformats.org/drawingml/2006/main" noGrp="1"/>
          </p:cNvSpPr>
          <p:nvPr/>
        </p:nvSpPr>
        <p:spPr>
          <a:xfrm xmlns:a="http://schemas.openxmlformats.org/drawingml/2006/main">
            <a:off x="8858250" y="5314950"/>
            <a:ext cx="266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20392D"/>
                </a:solidFill>
              </a:defRPr>
            </a:defPPr>
            <a:lvl1pPr>
              <a:defRPr sz="1350" b="1">
                <a:solidFill>
                  <a:srgbClr val="20392D"/>
                </a:solidFill>
              </a:defRPr>
            </a:lvl1pPr>
            <a:lvl2pPr>
              <a:defRPr sz="1350" b="1">
                <a:solidFill>
                  <a:srgbClr val="20392D"/>
                </a:solidFill>
              </a:defRPr>
            </a:lvl2pPr>
            <a:lvl3pPr>
              <a:defRPr sz="1350" b="1">
                <a:solidFill>
                  <a:srgbClr val="20392D"/>
                </a:solidFill>
              </a:defRPr>
            </a:lvl3pPr>
            <a:lvl4pPr>
              <a:defRPr sz="1350" b="1">
                <a:solidFill>
                  <a:srgbClr val="20392D"/>
                </a:solidFill>
              </a:defRPr>
            </a:lvl4pPr>
            <a:lvl5pPr>
              <a:defRPr sz="1350" b="1">
                <a:solidFill>
                  <a:srgbClr val="20392D"/>
                </a:solidFill>
              </a:defRPr>
            </a:lvl5pPr>
            <a:lvl6pPr>
              <a:defRPr sz="1350" b="1">
                <a:solidFill>
                  <a:srgbClr val="20392D"/>
                </a:solidFill>
              </a:defRPr>
            </a:lvl6pPr>
            <a:lvl7pPr>
              <a:defRPr sz="1350" b="1">
                <a:solidFill>
                  <a:srgbClr val="20392D"/>
                </a:solidFill>
              </a:defRPr>
            </a:lvl7pPr>
            <a:lvl8pPr>
              <a:defRPr sz="1350" b="1">
                <a:solidFill>
                  <a:srgbClr val="20392D"/>
                </a:solidFill>
              </a:defRPr>
            </a:lvl8pPr>
            <a:lvl9pPr>
              <a:defRPr sz="1350" b="1">
                <a:solidFill>
                  <a:srgbClr val="20392D"/>
                </a:solidFill>
              </a:defRPr>
            </a:lvl9pPr>
          </a:lstStyle>
          <a:p xmlns:a="http://schemas.openxmlformats.org/drawingml/2006/main">
            <a:pPr>
              <a:defRPr sz="1350" b="1">
                <a:solidFill>
                  <a:srgbClr val="20392D"/>
                </a:solidFill>
              </a:defRPr>
            </a:pPr>
            <a:r>
              <a:rPr sz="1350" b="1">
                <a:solidFill>
                  <a:srgbClr val="20392D"/>
                </a:solidFill>
              </a:rPr>
              <a:t>Ranked place / hour options</a:t>
            </a:r>
          </a:p>
          <a:p xmlns:a="http://schemas.openxmlformats.org/drawingml/2006/main">
            <a:pPr>
              <a:defRPr sz="1350" b="1">
                <a:solidFill>
                  <a:srgbClr val="20392D"/>
                </a:solidFill>
              </a:defRPr>
            </a:pPr>
            <a:r>
              <a:rPr sz="1350" b="1">
                <a:solidFill>
                  <a:srgbClr val="20392D"/>
                </a:solidFill>
              </a:rPr>
              <a:t>Map pins · source facts · warnings</a:t>
            </a:r>
          </a:p>
        </p:txBody>
      </p:sp>
      <p:sp>
        <p:nvSpPr>
          <p:cNvPr id="23" name="">
            <a:extLst xmlns:a="http://schemas.openxmlformats.org/drawingml/2006/main">
              <a:ext uri="{FF2B5EF4-FFF2-40B4-BE49-F238E27FC236}">
                <a16:creationId xmlns:a16="http://schemas.microsoft.com/office/drawing/2014/main" id="{2057E492-EF83-4ED9-9407-0082958D455C}"/>
              </a:ext>
            </a:extLst>
          </p:cNvPr>
          <p:cNvSpPr>
            <a:spLocks xmlns:a="http://schemas.openxmlformats.org/drawingml/2006/main" noGrp="1"/>
          </p:cNvSpPr>
          <p:nvPr/>
        </p:nvSpPr>
        <p:spPr>
          <a:xfrm xmlns:a="http://schemas.openxmlformats.org/drawingml/2006/main">
            <a:off x="685800" y="561975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64756A"/>
                </a:solidFill>
              </a:defRPr>
            </a:defPPr>
            <a:lvl1pPr>
              <a:defRPr sz="1125" b="0">
                <a:solidFill>
                  <a:srgbClr val="64756A"/>
                </a:solidFill>
              </a:defRPr>
            </a:lvl1pPr>
            <a:lvl2pPr>
              <a:defRPr sz="1125" b="0">
                <a:solidFill>
                  <a:srgbClr val="64756A"/>
                </a:solidFill>
              </a:defRPr>
            </a:lvl2pPr>
            <a:lvl3pPr>
              <a:defRPr sz="1125" b="0">
                <a:solidFill>
                  <a:srgbClr val="64756A"/>
                </a:solidFill>
              </a:defRPr>
            </a:lvl3pPr>
            <a:lvl4pPr>
              <a:defRPr sz="1125" b="0">
                <a:solidFill>
                  <a:srgbClr val="64756A"/>
                </a:solidFill>
              </a:defRPr>
            </a:lvl4pPr>
            <a:lvl5pPr>
              <a:defRPr sz="1125" b="0">
                <a:solidFill>
                  <a:srgbClr val="64756A"/>
                </a:solidFill>
              </a:defRPr>
            </a:lvl5pPr>
            <a:lvl6pPr>
              <a:defRPr sz="1125" b="0">
                <a:solidFill>
                  <a:srgbClr val="64756A"/>
                </a:solidFill>
              </a:defRPr>
            </a:lvl6pPr>
            <a:lvl7pPr>
              <a:defRPr sz="1125" b="0">
                <a:solidFill>
                  <a:srgbClr val="64756A"/>
                </a:solidFill>
              </a:defRPr>
            </a:lvl7pPr>
            <a:lvl8pPr>
              <a:defRPr sz="1125" b="0">
                <a:solidFill>
                  <a:srgbClr val="64756A"/>
                </a:solidFill>
              </a:defRPr>
            </a:lvl8pPr>
            <a:lvl9pPr>
              <a:defRPr sz="1125" b="0">
                <a:solidFill>
                  <a:srgbClr val="64756A"/>
                </a:solidFill>
              </a:defRPr>
            </a:lvl9pPr>
          </a:lstStyle>
          <a:p xmlns:a="http://schemas.openxmlformats.org/drawingml/2006/main">
            <a:pPr>
              <a:defRPr sz="1125" b="0">
                <a:solidFill>
                  <a:srgbClr val="64756A"/>
                </a:solidFill>
              </a:defRPr>
            </a:pPr>
            <a:r>
              <a:rPr sz="1125" b="0">
                <a:solidFill>
                  <a:srgbClr val="64756A"/>
                </a:solidFill>
              </a:rPr>
              <a:t>Provider requests are bounded and cached. No hosted inference API supplies the runtime answer.</a:t>
            </a:r>
          </a:p>
        </p:txBody>
      </p:sp>
      <p:sp>
        <p:nvSpPr>
          <p:cNvPr id="24" name="">
            <a:extLst xmlns:a="http://schemas.openxmlformats.org/drawingml/2006/main">
              <a:ext uri="{FF2B5EF4-FFF2-40B4-BE49-F238E27FC236}">
                <a16:creationId xmlns:a16="http://schemas.microsoft.com/office/drawing/2014/main" id="{0487CF5F-1589-43C9-B61C-4A6D8C0C4282}"/>
              </a:ext>
            </a:extLst>
          </p:cNvPr>
          <p:cNvSpPr>
            <a:spLocks xmlns:a="http://schemas.openxmlformats.org/drawingml/2006/main" noGrp="1"/>
          </p:cNvSpPr>
          <p:nvPr/>
        </p:nvSpPr>
        <p:spPr>
          <a:xfrm xmlns:a="http://schemas.openxmlformats.org/drawingml/2006/main">
            <a:off x="685800" y="6429375"/>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64756A"/>
                </a:solidFill>
              </a:defRPr>
            </a:defPPr>
            <a:lvl1pPr>
              <a:defRPr sz="750" b="0">
                <a:solidFill>
                  <a:srgbClr val="64756A"/>
                </a:solidFill>
              </a:defRPr>
            </a:lvl1pPr>
            <a:lvl2pPr>
              <a:defRPr sz="750" b="0">
                <a:solidFill>
                  <a:srgbClr val="64756A"/>
                </a:solidFill>
              </a:defRPr>
            </a:lvl2pPr>
            <a:lvl3pPr>
              <a:defRPr sz="750" b="0">
                <a:solidFill>
                  <a:srgbClr val="64756A"/>
                </a:solidFill>
              </a:defRPr>
            </a:lvl3pPr>
            <a:lvl4pPr>
              <a:defRPr sz="750" b="0">
                <a:solidFill>
                  <a:srgbClr val="64756A"/>
                </a:solidFill>
              </a:defRPr>
            </a:lvl4pPr>
            <a:lvl5pPr>
              <a:defRPr sz="750" b="0">
                <a:solidFill>
                  <a:srgbClr val="64756A"/>
                </a:solidFill>
              </a:defRPr>
            </a:lvl5pPr>
            <a:lvl6pPr>
              <a:defRPr sz="750" b="0">
                <a:solidFill>
                  <a:srgbClr val="64756A"/>
                </a:solidFill>
              </a:defRPr>
            </a:lvl6pPr>
            <a:lvl7pPr>
              <a:defRPr sz="750" b="0">
                <a:solidFill>
                  <a:srgbClr val="64756A"/>
                </a:solidFill>
              </a:defRPr>
            </a:lvl7pPr>
            <a:lvl8pPr>
              <a:defRPr sz="750" b="0">
                <a:solidFill>
                  <a:srgbClr val="64756A"/>
                </a:solidFill>
              </a:defRPr>
            </a:lvl8pPr>
            <a:lvl9pPr>
              <a:defRPr sz="750" b="0">
                <a:solidFill>
                  <a:srgbClr val="64756A"/>
                </a:solidFill>
              </a:defRPr>
            </a:lvl9pPr>
          </a:lstStyle>
          <a:p xmlns:a="http://schemas.openxmlformats.org/drawingml/2006/main">
            <a:pPr>
              <a:defRPr sz="750" b="0">
                <a:solidFill>
                  <a:srgbClr val="64756A"/>
                </a:solidFill>
              </a:defRPr>
            </a:pPr>
            <a:r>
              <a:rPr sz="750" b="0">
                <a:solidFill>
                  <a:srgbClr val="64756A"/>
                </a:solidFill>
              </a:rPr>
              <a:t>GoWise · GeoAI Hackathon 2026</a:t>
            </a:r>
          </a:p>
        </p:txBody>
      </p:sp>
    </p:spTree>
    <p:extLst>
      <p:ext uri="{BB962C8B-B14F-4D97-AF65-F5344CB8AC3E}">
        <p14:creationId xmlns:p14="http://schemas.microsoft.com/office/powerpoint/2010/main" val="1092237959"/>
      </p:ext>
    </p:extLst>
  </p:cSld>
</p:sld>
</file>

<file path=ppt/slides/slide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C0B3C25-1DF0-4D18-8A64-052960B1E540}"/>
              </a:ext>
            </a:extLst>
          </p:cNvPr>
          <p:cNvSpPr>
            <a:spLocks xmlns:a="http://schemas.openxmlformats.org/drawingml/2006/main" noGrp="1"/>
          </p:cNvSpPr>
          <p:nvPr/>
        </p:nvSpPr>
        <p:spPr>
          <a:xfrm xmlns:a="http://schemas.openxmlformats.org/drawingml/2006/main">
            <a:off x="685800" y="3810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2E6B4A"/>
                </a:solidFill>
              </a:defRPr>
            </a:defPPr>
            <a:lvl1pPr>
              <a:defRPr sz="1050" b="1">
                <a:solidFill>
                  <a:srgbClr val="2E6B4A"/>
                </a:solidFill>
              </a:defRPr>
            </a:lvl1pPr>
            <a:lvl2pPr>
              <a:defRPr sz="1050" b="1">
                <a:solidFill>
                  <a:srgbClr val="2E6B4A"/>
                </a:solidFill>
              </a:defRPr>
            </a:lvl2pPr>
            <a:lvl3pPr>
              <a:defRPr sz="1050" b="1">
                <a:solidFill>
                  <a:srgbClr val="2E6B4A"/>
                </a:solidFill>
              </a:defRPr>
            </a:lvl3pPr>
            <a:lvl4pPr>
              <a:defRPr sz="1050" b="1">
                <a:solidFill>
                  <a:srgbClr val="2E6B4A"/>
                </a:solidFill>
              </a:defRPr>
            </a:lvl4pPr>
            <a:lvl5pPr>
              <a:defRPr sz="1050" b="1">
                <a:solidFill>
                  <a:srgbClr val="2E6B4A"/>
                </a:solidFill>
              </a:defRPr>
            </a:lvl5pPr>
            <a:lvl6pPr>
              <a:defRPr sz="1050" b="1">
                <a:solidFill>
                  <a:srgbClr val="2E6B4A"/>
                </a:solidFill>
              </a:defRPr>
            </a:lvl6pPr>
            <a:lvl7pPr>
              <a:defRPr sz="1050" b="1">
                <a:solidFill>
                  <a:srgbClr val="2E6B4A"/>
                </a:solidFill>
              </a:defRPr>
            </a:lvl7pPr>
            <a:lvl8pPr>
              <a:defRPr sz="1050" b="1">
                <a:solidFill>
                  <a:srgbClr val="2E6B4A"/>
                </a:solidFill>
              </a:defRPr>
            </a:lvl8pPr>
            <a:lvl9pPr>
              <a:defRPr sz="1050" b="1">
                <a:solidFill>
                  <a:srgbClr val="2E6B4A"/>
                </a:solidFill>
              </a:defRPr>
            </a:lvl9pPr>
          </a:lstStyle>
          <a:p xmlns:a="http://schemas.openxmlformats.org/drawingml/2006/main">
            <a:pPr>
              <a:defRPr sz="1050" b="1">
                <a:solidFill>
                  <a:srgbClr val="2E6B4A"/>
                </a:solidFill>
              </a:defRPr>
            </a:pPr>
            <a:r>
              <a:rPr sz="1050" b="1">
                <a:solidFill>
                  <a:srgbClr val="2E6B4A"/>
                </a:solidFill>
              </a:rPr>
              <a:t>04</a:t>
            </a:r>
          </a:p>
        </p:txBody>
      </p:sp>
      <p:sp>
        <p:nvSpPr>
          <p:cNvPr id="2" name="">
            <a:extLst xmlns:a="http://schemas.openxmlformats.org/drawingml/2006/main">
              <a:ext uri="{FF2B5EF4-FFF2-40B4-BE49-F238E27FC236}">
                <a16:creationId xmlns:a16="http://schemas.microsoft.com/office/drawing/2014/main" id="{7F599AC6-82E0-4137-8BAB-3D6A2589E7EF}"/>
              </a:ext>
            </a:extLst>
          </p:cNvPr>
          <p:cNvSpPr>
            <a:spLocks xmlns:a="http://schemas.openxmlformats.org/drawingml/2006/main" noGrp="1"/>
          </p:cNvSpPr>
          <p:nvPr/>
        </p:nvSpPr>
        <p:spPr>
          <a:xfrm xmlns:a="http://schemas.openxmlformats.org/drawingml/2006/main">
            <a:off x="685800" y="781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850" b="1">
                <a:solidFill>
                  <a:srgbClr val="20392D"/>
                </a:solidFill>
              </a:defRPr>
            </a:defPPr>
            <a:lvl1pPr>
              <a:defRPr sz="2850" b="1">
                <a:solidFill>
                  <a:srgbClr val="20392D"/>
                </a:solidFill>
              </a:defRPr>
            </a:lvl1pPr>
            <a:lvl2pPr>
              <a:defRPr sz="2850" b="1">
                <a:solidFill>
                  <a:srgbClr val="20392D"/>
                </a:solidFill>
              </a:defRPr>
            </a:lvl2pPr>
            <a:lvl3pPr>
              <a:defRPr sz="2850" b="1">
                <a:solidFill>
                  <a:srgbClr val="20392D"/>
                </a:solidFill>
              </a:defRPr>
            </a:lvl3pPr>
            <a:lvl4pPr>
              <a:defRPr sz="2850" b="1">
                <a:solidFill>
                  <a:srgbClr val="20392D"/>
                </a:solidFill>
              </a:defRPr>
            </a:lvl4pPr>
            <a:lvl5pPr>
              <a:defRPr sz="2850" b="1">
                <a:solidFill>
                  <a:srgbClr val="20392D"/>
                </a:solidFill>
              </a:defRPr>
            </a:lvl5pPr>
            <a:lvl6pPr>
              <a:defRPr sz="2850" b="1">
                <a:solidFill>
                  <a:srgbClr val="20392D"/>
                </a:solidFill>
              </a:defRPr>
            </a:lvl6pPr>
            <a:lvl7pPr>
              <a:defRPr sz="2850" b="1">
                <a:solidFill>
                  <a:srgbClr val="20392D"/>
                </a:solidFill>
              </a:defRPr>
            </a:lvl7pPr>
            <a:lvl8pPr>
              <a:defRPr sz="2850" b="1">
                <a:solidFill>
                  <a:srgbClr val="20392D"/>
                </a:solidFill>
              </a:defRPr>
            </a:lvl8pPr>
            <a:lvl9pPr>
              <a:defRPr sz="2850" b="1">
                <a:solidFill>
                  <a:srgbClr val="20392D"/>
                </a:solidFill>
              </a:defRPr>
            </a:lvl9pPr>
          </a:lstStyle>
          <a:p xmlns:a="http://schemas.openxmlformats.org/drawingml/2006/main">
            <a:pPr>
              <a:defRPr sz="2850" b="1">
                <a:solidFill>
                  <a:srgbClr val="20392D"/>
                </a:solidFill>
              </a:defRPr>
            </a:pPr>
            <a:r>
              <a:rPr sz="2850" b="1">
                <a:solidFill>
                  <a:srgbClr val="20392D"/>
                </a:solidFill>
              </a:rPr>
              <a:t>Every recommendation has limits</a:t>
            </a:r>
          </a:p>
        </p:txBody>
      </p:sp>
      <p:sp>
        <p:nvSpPr>
          <p:cNvPr id="3" name="">
            <a:extLst xmlns:a="http://schemas.openxmlformats.org/drawingml/2006/main">
              <a:ext uri="{FF2B5EF4-FFF2-40B4-BE49-F238E27FC236}">
                <a16:creationId xmlns:a16="http://schemas.microsoft.com/office/drawing/2014/main" id="{EDB51E96-6C61-4AD3-9A86-A2245CFD2B7E}"/>
              </a:ext>
            </a:extLst>
          </p:cNvPr>
          <p:cNvSpPr>
            <a:spLocks xmlns:a="http://schemas.openxmlformats.org/drawingml/2006/main" noGrp="1"/>
          </p:cNvSpPr>
          <p:nvPr/>
        </p:nvSpPr>
        <p:spPr>
          <a:xfrm xmlns:a="http://schemas.openxmlformats.org/drawingml/2006/main">
            <a:off x="685800" y="1381125"/>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64756A"/>
                </a:solidFill>
              </a:defRPr>
            </a:defPPr>
            <a:lvl1pPr>
              <a:defRPr sz="1350" b="0">
                <a:solidFill>
                  <a:srgbClr val="64756A"/>
                </a:solidFill>
              </a:defRPr>
            </a:lvl1pPr>
            <a:lvl2pPr>
              <a:defRPr sz="1350" b="0">
                <a:solidFill>
                  <a:srgbClr val="64756A"/>
                </a:solidFill>
              </a:defRPr>
            </a:lvl2pPr>
            <a:lvl3pPr>
              <a:defRPr sz="1350" b="0">
                <a:solidFill>
                  <a:srgbClr val="64756A"/>
                </a:solidFill>
              </a:defRPr>
            </a:lvl3pPr>
            <a:lvl4pPr>
              <a:defRPr sz="1350" b="0">
                <a:solidFill>
                  <a:srgbClr val="64756A"/>
                </a:solidFill>
              </a:defRPr>
            </a:lvl4pPr>
            <a:lvl5pPr>
              <a:defRPr sz="1350" b="0">
                <a:solidFill>
                  <a:srgbClr val="64756A"/>
                </a:solidFill>
              </a:defRPr>
            </a:lvl5pPr>
            <a:lvl6pPr>
              <a:defRPr sz="1350" b="0">
                <a:solidFill>
                  <a:srgbClr val="64756A"/>
                </a:solidFill>
              </a:defRPr>
            </a:lvl6pPr>
            <a:lvl7pPr>
              <a:defRPr sz="1350" b="0">
                <a:solidFill>
                  <a:srgbClr val="64756A"/>
                </a:solidFill>
              </a:defRPr>
            </a:lvl7pPr>
            <a:lvl8pPr>
              <a:defRPr sz="1350" b="0">
                <a:solidFill>
                  <a:srgbClr val="64756A"/>
                </a:solidFill>
              </a:defRPr>
            </a:lvl8pPr>
            <a:lvl9pPr>
              <a:defRPr sz="1350" b="0">
                <a:solidFill>
                  <a:srgbClr val="64756A"/>
                </a:solidFill>
              </a:defRPr>
            </a:lvl9pPr>
          </a:lstStyle>
          <a:p xmlns:a="http://schemas.openxmlformats.org/drawingml/2006/main">
            <a:pPr>
              <a:defRPr sz="1350" b="0">
                <a:solidFill>
                  <a:srgbClr val="64756A"/>
                </a:solidFill>
              </a:defRPr>
            </a:pPr>
            <a:r>
              <a:rPr sz="1350" b="0">
                <a:solidFill>
                  <a:srgbClr val="64756A"/>
                </a:solidFill>
              </a:rPr>
              <a:t>Scores describe available evidence, not certified safety or health.</a:t>
            </a:r>
          </a:p>
        </p:txBody>
      </p:sp>
      <p:sp>
        <p:nvSpPr>
          <p:cNvPr id="4" name="">
            <a:extLst xmlns:a="http://schemas.openxmlformats.org/drawingml/2006/main">
              <a:ext uri="{FF2B5EF4-FFF2-40B4-BE49-F238E27FC236}">
                <a16:creationId xmlns:a16="http://schemas.microsoft.com/office/drawing/2014/main" id="{D3474538-1EEE-4E53-A074-7F3FBA0E221C}"/>
              </a:ext>
            </a:extLst>
          </p:cNvPr>
          <p:cNvSpPr>
            <a:spLocks xmlns:a="http://schemas.openxmlformats.org/drawingml/2006/main" noGrp="1"/>
          </p:cNvSpPr>
          <p:nvPr/>
        </p:nvSpPr>
        <p:spPr>
          <a:xfrm xmlns:a="http://schemas.openxmlformats.org/drawingml/2006/main">
            <a:off x="685800" y="1885950"/>
            <a:ext cx="10820400" cy="0"/>
          </a:xfrm>
          <a:prstGeom xmlns:a="http://schemas.openxmlformats.org/drawingml/2006/main" prst="line">
            <a:avLst/>
          </a:prstGeom>
          <a:noFill xmlns:a="http://schemas.openxmlformats.org/drawingml/2006/main"/>
          <a:ln xmlns:a="http://schemas.openxmlformats.org/drawingml/2006/main" w="9525">
            <a:solidFill>
              <a:srgbClr val="B8C8BA"/>
            </a:solidFill>
            <a:prstDash val="solid"/>
          </a:ln>
        </p:spPr>
      </p:sp>
      <p:sp>
        <p:nvSpPr>
          <p:cNvPr id="5" name="">
            <a:extLst xmlns:a="http://schemas.openxmlformats.org/drawingml/2006/main">
              <a:ext uri="{FF2B5EF4-FFF2-40B4-BE49-F238E27FC236}">
                <a16:creationId xmlns:a16="http://schemas.microsoft.com/office/drawing/2014/main" id="{8C82D7D1-635F-4D25-91B2-5467AA718B83}"/>
              </a:ext>
            </a:extLst>
          </p:cNvPr>
          <p:cNvSpPr>
            <a:spLocks xmlns:a="http://schemas.openxmlformats.org/drawingml/2006/main" noGrp="1"/>
          </p:cNvSpPr>
          <p:nvPr/>
        </p:nvSpPr>
        <p:spPr>
          <a:xfrm xmlns:a="http://schemas.openxmlformats.org/drawingml/2006/main">
            <a:off x="685800" y="21907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2E6B4A"/>
                </a:solidFill>
              </a:defRPr>
            </a:defPPr>
            <a:lvl1pPr>
              <a:defRPr sz="900" b="1">
                <a:solidFill>
                  <a:srgbClr val="2E6B4A"/>
                </a:solidFill>
              </a:defRPr>
            </a:lvl1pPr>
            <a:lvl2pPr>
              <a:defRPr sz="900" b="1">
                <a:solidFill>
                  <a:srgbClr val="2E6B4A"/>
                </a:solidFill>
              </a:defRPr>
            </a:lvl2pPr>
            <a:lvl3pPr>
              <a:defRPr sz="900" b="1">
                <a:solidFill>
                  <a:srgbClr val="2E6B4A"/>
                </a:solidFill>
              </a:defRPr>
            </a:lvl3pPr>
            <a:lvl4pPr>
              <a:defRPr sz="900" b="1">
                <a:solidFill>
                  <a:srgbClr val="2E6B4A"/>
                </a:solidFill>
              </a:defRPr>
            </a:lvl4pPr>
            <a:lvl5pPr>
              <a:defRPr sz="900" b="1">
                <a:solidFill>
                  <a:srgbClr val="2E6B4A"/>
                </a:solidFill>
              </a:defRPr>
            </a:lvl5pPr>
            <a:lvl6pPr>
              <a:defRPr sz="900" b="1">
                <a:solidFill>
                  <a:srgbClr val="2E6B4A"/>
                </a:solidFill>
              </a:defRPr>
            </a:lvl6pPr>
            <a:lvl7pPr>
              <a:defRPr sz="900" b="1">
                <a:solidFill>
                  <a:srgbClr val="2E6B4A"/>
                </a:solidFill>
              </a:defRPr>
            </a:lvl7pPr>
            <a:lvl8pPr>
              <a:defRPr sz="900" b="1">
                <a:solidFill>
                  <a:srgbClr val="2E6B4A"/>
                </a:solidFill>
              </a:defRPr>
            </a:lvl8pPr>
            <a:lvl9pPr>
              <a:defRPr sz="900" b="1">
                <a:solidFill>
                  <a:srgbClr val="2E6B4A"/>
                </a:solidFill>
              </a:defRPr>
            </a:lvl9pPr>
          </a:lstStyle>
          <a:p xmlns:a="http://schemas.openxmlformats.org/drawingml/2006/main">
            <a:pPr>
              <a:defRPr sz="900" b="1">
                <a:solidFill>
                  <a:srgbClr val="2E6B4A"/>
                </a:solidFill>
              </a:defRPr>
            </a:pPr>
            <a:r>
              <a:rPr sz="900" b="1">
                <a:solidFill>
                  <a:srgbClr val="2E6B4A"/>
                </a:solidFill>
              </a:rPr>
              <a:t>HEURISTIC WEIGHTS</a:t>
            </a:r>
          </a:p>
        </p:txBody>
      </p:sp>
      <p:sp>
        <p:nvSpPr>
          <p:cNvPr id="6" name="">
            <a:extLst xmlns:a="http://schemas.openxmlformats.org/drawingml/2006/main">
              <a:ext uri="{FF2B5EF4-FFF2-40B4-BE49-F238E27FC236}">
                <a16:creationId xmlns:a16="http://schemas.microsoft.com/office/drawing/2014/main" id="{41BD26CA-C706-4AF2-9B71-BB4B0F0DFE69}"/>
              </a:ext>
            </a:extLst>
          </p:cNvPr>
          <p:cNvSpPr>
            <a:spLocks xmlns:a="http://schemas.openxmlformats.org/drawingml/2006/main" noGrp="1"/>
          </p:cNvSpPr>
          <p:nvPr/>
        </p:nvSpPr>
        <p:spPr>
          <a:xfrm xmlns:a="http://schemas.openxmlformats.org/drawingml/2006/main">
            <a:off x="685800" y="26289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0392D"/>
                </a:solidFill>
              </a:defRPr>
            </a:defPPr>
            <a:lvl1pPr>
              <a:defRPr sz="1275" b="0">
                <a:solidFill>
                  <a:srgbClr val="20392D"/>
                </a:solidFill>
              </a:defRPr>
            </a:lvl1pPr>
            <a:lvl2pPr>
              <a:defRPr sz="1275" b="0">
                <a:solidFill>
                  <a:srgbClr val="20392D"/>
                </a:solidFill>
              </a:defRPr>
            </a:lvl2pPr>
            <a:lvl3pPr>
              <a:defRPr sz="1275" b="0">
                <a:solidFill>
                  <a:srgbClr val="20392D"/>
                </a:solidFill>
              </a:defRPr>
            </a:lvl3pPr>
            <a:lvl4pPr>
              <a:defRPr sz="1275" b="0">
                <a:solidFill>
                  <a:srgbClr val="20392D"/>
                </a:solidFill>
              </a:defRPr>
            </a:lvl4pPr>
            <a:lvl5pPr>
              <a:defRPr sz="1275" b="0">
                <a:solidFill>
                  <a:srgbClr val="20392D"/>
                </a:solidFill>
              </a:defRPr>
            </a:lvl5pPr>
            <a:lvl6pPr>
              <a:defRPr sz="1275" b="0">
                <a:solidFill>
                  <a:srgbClr val="20392D"/>
                </a:solidFill>
              </a:defRPr>
            </a:lvl6pPr>
            <a:lvl7pPr>
              <a:defRPr sz="1275" b="0">
                <a:solidFill>
                  <a:srgbClr val="20392D"/>
                </a:solidFill>
              </a:defRPr>
            </a:lvl7pPr>
            <a:lvl8pPr>
              <a:defRPr sz="1275" b="0">
                <a:solidFill>
                  <a:srgbClr val="20392D"/>
                </a:solidFill>
              </a:defRPr>
            </a:lvl8pPr>
            <a:lvl9pPr>
              <a:defRPr sz="1275" b="0">
                <a:solidFill>
                  <a:srgbClr val="20392D"/>
                </a:solidFill>
              </a:defRPr>
            </a:lvl9pPr>
          </a:lstStyle>
          <a:p xmlns:a="http://schemas.openxmlformats.org/drawingml/2006/main">
            <a:pPr>
              <a:defRPr sz="1275" b="0">
                <a:solidFill>
                  <a:srgbClr val="20392D"/>
                </a:solidFill>
              </a:defRPr>
            </a:pPr>
            <a:r>
              <a:rPr sz="1275" b="0">
                <a:solidFill>
                  <a:srgbClr val="20392D"/>
                </a:solidFill>
              </a:rPr>
              <a:t>Weather</a:t>
            </a:r>
          </a:p>
        </p:txBody>
      </p:sp>
      <p:sp>
        <p:nvSpPr>
          <p:cNvPr id="7" name="">
            <a:extLst xmlns:a="http://schemas.openxmlformats.org/drawingml/2006/main">
              <a:ext uri="{FF2B5EF4-FFF2-40B4-BE49-F238E27FC236}">
                <a16:creationId xmlns:a16="http://schemas.microsoft.com/office/drawing/2014/main" id="{48D39CD6-432B-4BF3-AE99-8A037921C1D5}"/>
              </a:ext>
            </a:extLst>
          </p:cNvPr>
          <p:cNvSpPr>
            <a:spLocks xmlns:a="http://schemas.openxmlformats.org/drawingml/2006/main" noGrp="1"/>
          </p:cNvSpPr>
          <p:nvPr/>
        </p:nvSpPr>
        <p:spPr>
          <a:xfrm xmlns:a="http://schemas.openxmlformats.org/drawingml/2006/main">
            <a:off x="2647950" y="2657475"/>
            <a:ext cx="3905250" cy="152400"/>
          </a:xfrm>
          <a:prstGeom xmlns:a="http://schemas.openxmlformats.org/drawingml/2006/main" prst="rect">
            <a:avLst/>
          </a:prstGeom>
          <a:solidFill xmlns:a="http://schemas.openxmlformats.org/drawingml/2006/main">
            <a:srgbClr val="E4EAE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C469E38-4E5E-467D-9D27-962C5492366C}"/>
              </a:ext>
            </a:extLst>
          </p:cNvPr>
          <p:cNvSpPr>
            <a:spLocks xmlns:a="http://schemas.openxmlformats.org/drawingml/2006/main" noGrp="1"/>
          </p:cNvSpPr>
          <p:nvPr/>
        </p:nvSpPr>
        <p:spPr>
          <a:xfrm xmlns:a="http://schemas.openxmlformats.org/drawingml/2006/main">
            <a:off x="2647950" y="2657475"/>
            <a:ext cx="3905250" cy="152400"/>
          </a:xfrm>
          <a:prstGeom xmlns:a="http://schemas.openxmlformats.org/drawingml/2006/main" prst="rect">
            <a:avLst/>
          </a:prstGeom>
          <a:solidFill xmlns:a="http://schemas.openxmlformats.org/drawingml/2006/main">
            <a:srgbClr val="2E6B4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44EA244-D860-4FB1-8B58-1E629CB3B493}"/>
              </a:ext>
            </a:extLst>
          </p:cNvPr>
          <p:cNvSpPr>
            <a:spLocks xmlns:a="http://schemas.openxmlformats.org/drawingml/2006/main" noGrp="1"/>
          </p:cNvSpPr>
          <p:nvPr/>
        </p:nvSpPr>
        <p:spPr>
          <a:xfrm xmlns:a="http://schemas.openxmlformats.org/drawingml/2006/main">
            <a:off x="6762750" y="260985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2E6B4A"/>
                </a:solidFill>
              </a:defRPr>
            </a:defPPr>
            <a:lvl1pPr>
              <a:defRPr sz="1200" b="1">
                <a:solidFill>
                  <a:srgbClr val="2E6B4A"/>
                </a:solidFill>
              </a:defRPr>
            </a:lvl1pPr>
            <a:lvl2pPr>
              <a:defRPr sz="1200" b="1">
                <a:solidFill>
                  <a:srgbClr val="2E6B4A"/>
                </a:solidFill>
              </a:defRPr>
            </a:lvl2pPr>
            <a:lvl3pPr>
              <a:defRPr sz="1200" b="1">
                <a:solidFill>
                  <a:srgbClr val="2E6B4A"/>
                </a:solidFill>
              </a:defRPr>
            </a:lvl3pPr>
            <a:lvl4pPr>
              <a:defRPr sz="1200" b="1">
                <a:solidFill>
                  <a:srgbClr val="2E6B4A"/>
                </a:solidFill>
              </a:defRPr>
            </a:lvl4pPr>
            <a:lvl5pPr>
              <a:defRPr sz="1200" b="1">
                <a:solidFill>
                  <a:srgbClr val="2E6B4A"/>
                </a:solidFill>
              </a:defRPr>
            </a:lvl5pPr>
            <a:lvl6pPr>
              <a:defRPr sz="1200" b="1">
                <a:solidFill>
                  <a:srgbClr val="2E6B4A"/>
                </a:solidFill>
              </a:defRPr>
            </a:lvl6pPr>
            <a:lvl7pPr>
              <a:defRPr sz="1200" b="1">
                <a:solidFill>
                  <a:srgbClr val="2E6B4A"/>
                </a:solidFill>
              </a:defRPr>
            </a:lvl7pPr>
            <a:lvl8pPr>
              <a:defRPr sz="1200" b="1">
                <a:solidFill>
                  <a:srgbClr val="2E6B4A"/>
                </a:solidFill>
              </a:defRPr>
            </a:lvl8pPr>
            <a:lvl9pPr>
              <a:defRPr sz="1200" b="1">
                <a:solidFill>
                  <a:srgbClr val="2E6B4A"/>
                </a:solidFill>
              </a:defRPr>
            </a:lvl9pPr>
          </a:lstStyle>
          <a:p xmlns:a="http://schemas.openxmlformats.org/drawingml/2006/main">
            <a:pPr>
              <a:defRPr sz="1200" b="1">
                <a:solidFill>
                  <a:srgbClr val="2E6B4A"/>
                </a:solidFill>
              </a:defRPr>
            </a:pPr>
            <a:r>
              <a:rPr sz="1200" b="1">
                <a:solidFill>
                  <a:srgbClr val="2E6B4A"/>
                </a:solidFill>
              </a:rPr>
              <a:t>40%</a:t>
            </a:r>
          </a:p>
        </p:txBody>
      </p:sp>
      <p:sp>
        <p:nvSpPr>
          <p:cNvPr id="10" name="">
            <a:extLst xmlns:a="http://schemas.openxmlformats.org/drawingml/2006/main">
              <a:ext uri="{FF2B5EF4-FFF2-40B4-BE49-F238E27FC236}">
                <a16:creationId xmlns:a16="http://schemas.microsoft.com/office/drawing/2014/main" id="{05123596-9205-4FB6-B670-8591CB491A0B}"/>
              </a:ext>
            </a:extLst>
          </p:cNvPr>
          <p:cNvSpPr>
            <a:spLocks xmlns:a="http://schemas.openxmlformats.org/drawingml/2006/main" noGrp="1"/>
          </p:cNvSpPr>
          <p:nvPr/>
        </p:nvSpPr>
        <p:spPr>
          <a:xfrm xmlns:a="http://schemas.openxmlformats.org/drawingml/2006/main">
            <a:off x="685800" y="32004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0392D"/>
                </a:solidFill>
              </a:defRPr>
            </a:defPPr>
            <a:lvl1pPr>
              <a:defRPr sz="1275" b="0">
                <a:solidFill>
                  <a:srgbClr val="20392D"/>
                </a:solidFill>
              </a:defRPr>
            </a:lvl1pPr>
            <a:lvl2pPr>
              <a:defRPr sz="1275" b="0">
                <a:solidFill>
                  <a:srgbClr val="20392D"/>
                </a:solidFill>
              </a:defRPr>
            </a:lvl2pPr>
            <a:lvl3pPr>
              <a:defRPr sz="1275" b="0">
                <a:solidFill>
                  <a:srgbClr val="20392D"/>
                </a:solidFill>
              </a:defRPr>
            </a:lvl3pPr>
            <a:lvl4pPr>
              <a:defRPr sz="1275" b="0">
                <a:solidFill>
                  <a:srgbClr val="20392D"/>
                </a:solidFill>
              </a:defRPr>
            </a:lvl4pPr>
            <a:lvl5pPr>
              <a:defRPr sz="1275" b="0">
                <a:solidFill>
                  <a:srgbClr val="20392D"/>
                </a:solidFill>
              </a:defRPr>
            </a:lvl5pPr>
            <a:lvl6pPr>
              <a:defRPr sz="1275" b="0">
                <a:solidFill>
                  <a:srgbClr val="20392D"/>
                </a:solidFill>
              </a:defRPr>
            </a:lvl6pPr>
            <a:lvl7pPr>
              <a:defRPr sz="1275" b="0">
                <a:solidFill>
                  <a:srgbClr val="20392D"/>
                </a:solidFill>
              </a:defRPr>
            </a:lvl7pPr>
            <a:lvl8pPr>
              <a:defRPr sz="1275" b="0">
                <a:solidFill>
                  <a:srgbClr val="20392D"/>
                </a:solidFill>
              </a:defRPr>
            </a:lvl8pPr>
            <a:lvl9pPr>
              <a:defRPr sz="1275" b="0">
                <a:solidFill>
                  <a:srgbClr val="20392D"/>
                </a:solidFill>
              </a:defRPr>
            </a:lvl9pPr>
          </a:lstStyle>
          <a:p xmlns:a="http://schemas.openxmlformats.org/drawingml/2006/main">
            <a:pPr>
              <a:defRPr sz="1275" b="0">
                <a:solidFill>
                  <a:srgbClr val="20392D"/>
                </a:solidFill>
              </a:defRPr>
            </a:pPr>
            <a:r>
              <a:rPr sz="1275" b="0">
                <a:solidFill>
                  <a:srgbClr val="20392D"/>
                </a:solidFill>
              </a:rPr>
              <a:t>Activity fit</a:t>
            </a:r>
          </a:p>
        </p:txBody>
      </p:sp>
      <p:sp>
        <p:nvSpPr>
          <p:cNvPr id="11" name="">
            <a:extLst xmlns:a="http://schemas.openxmlformats.org/drawingml/2006/main">
              <a:ext uri="{FF2B5EF4-FFF2-40B4-BE49-F238E27FC236}">
                <a16:creationId xmlns:a16="http://schemas.microsoft.com/office/drawing/2014/main" id="{623B6E39-FEC4-4F42-BC48-787B28659C61}"/>
              </a:ext>
            </a:extLst>
          </p:cNvPr>
          <p:cNvSpPr>
            <a:spLocks xmlns:a="http://schemas.openxmlformats.org/drawingml/2006/main" noGrp="1"/>
          </p:cNvSpPr>
          <p:nvPr/>
        </p:nvSpPr>
        <p:spPr>
          <a:xfrm xmlns:a="http://schemas.openxmlformats.org/drawingml/2006/main">
            <a:off x="2647950" y="3228975"/>
            <a:ext cx="3905250" cy="152400"/>
          </a:xfrm>
          <a:prstGeom xmlns:a="http://schemas.openxmlformats.org/drawingml/2006/main" prst="rect">
            <a:avLst/>
          </a:prstGeom>
          <a:solidFill xmlns:a="http://schemas.openxmlformats.org/drawingml/2006/main">
            <a:srgbClr val="E4EAE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3F22C69-ED26-4115-80E2-B038228F9A56}"/>
              </a:ext>
            </a:extLst>
          </p:cNvPr>
          <p:cNvSpPr>
            <a:spLocks xmlns:a="http://schemas.openxmlformats.org/drawingml/2006/main" noGrp="1"/>
          </p:cNvSpPr>
          <p:nvPr/>
        </p:nvSpPr>
        <p:spPr>
          <a:xfrm xmlns:a="http://schemas.openxmlformats.org/drawingml/2006/main">
            <a:off x="2647950" y="3228975"/>
            <a:ext cx="2440781" cy="152400"/>
          </a:xfrm>
          <a:prstGeom xmlns:a="http://schemas.openxmlformats.org/drawingml/2006/main" prst="rect">
            <a:avLst/>
          </a:prstGeom>
          <a:solidFill xmlns:a="http://schemas.openxmlformats.org/drawingml/2006/main">
            <a:srgbClr val="2E6B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DF80E68-56A6-46C0-8186-2068C4E676CC}"/>
              </a:ext>
            </a:extLst>
          </p:cNvPr>
          <p:cNvSpPr>
            <a:spLocks xmlns:a="http://schemas.openxmlformats.org/drawingml/2006/main" noGrp="1"/>
          </p:cNvSpPr>
          <p:nvPr/>
        </p:nvSpPr>
        <p:spPr>
          <a:xfrm xmlns:a="http://schemas.openxmlformats.org/drawingml/2006/main">
            <a:off x="6762750" y="318135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2E6B4A"/>
                </a:solidFill>
              </a:defRPr>
            </a:defPPr>
            <a:lvl1pPr>
              <a:defRPr sz="1200" b="1">
                <a:solidFill>
                  <a:srgbClr val="2E6B4A"/>
                </a:solidFill>
              </a:defRPr>
            </a:lvl1pPr>
            <a:lvl2pPr>
              <a:defRPr sz="1200" b="1">
                <a:solidFill>
                  <a:srgbClr val="2E6B4A"/>
                </a:solidFill>
              </a:defRPr>
            </a:lvl2pPr>
            <a:lvl3pPr>
              <a:defRPr sz="1200" b="1">
                <a:solidFill>
                  <a:srgbClr val="2E6B4A"/>
                </a:solidFill>
              </a:defRPr>
            </a:lvl3pPr>
            <a:lvl4pPr>
              <a:defRPr sz="1200" b="1">
                <a:solidFill>
                  <a:srgbClr val="2E6B4A"/>
                </a:solidFill>
              </a:defRPr>
            </a:lvl4pPr>
            <a:lvl5pPr>
              <a:defRPr sz="1200" b="1">
                <a:solidFill>
                  <a:srgbClr val="2E6B4A"/>
                </a:solidFill>
              </a:defRPr>
            </a:lvl5pPr>
            <a:lvl6pPr>
              <a:defRPr sz="1200" b="1">
                <a:solidFill>
                  <a:srgbClr val="2E6B4A"/>
                </a:solidFill>
              </a:defRPr>
            </a:lvl6pPr>
            <a:lvl7pPr>
              <a:defRPr sz="1200" b="1">
                <a:solidFill>
                  <a:srgbClr val="2E6B4A"/>
                </a:solidFill>
              </a:defRPr>
            </a:lvl7pPr>
            <a:lvl8pPr>
              <a:defRPr sz="1200" b="1">
                <a:solidFill>
                  <a:srgbClr val="2E6B4A"/>
                </a:solidFill>
              </a:defRPr>
            </a:lvl8pPr>
            <a:lvl9pPr>
              <a:defRPr sz="1200" b="1">
                <a:solidFill>
                  <a:srgbClr val="2E6B4A"/>
                </a:solidFill>
              </a:defRPr>
            </a:lvl9pPr>
          </a:lstStyle>
          <a:p xmlns:a="http://schemas.openxmlformats.org/drawingml/2006/main">
            <a:pPr>
              <a:defRPr sz="1200" b="1">
                <a:solidFill>
                  <a:srgbClr val="2E6B4A"/>
                </a:solidFill>
              </a:defRPr>
            </a:pPr>
            <a:r>
              <a:rPr sz="1200" b="1">
                <a:solidFill>
                  <a:srgbClr val="2E6B4A"/>
                </a:solidFill>
              </a:rPr>
              <a:t>25%</a:t>
            </a:r>
          </a:p>
        </p:txBody>
      </p:sp>
      <p:sp>
        <p:nvSpPr>
          <p:cNvPr id="14" name="">
            <a:extLst xmlns:a="http://schemas.openxmlformats.org/drawingml/2006/main">
              <a:ext uri="{FF2B5EF4-FFF2-40B4-BE49-F238E27FC236}">
                <a16:creationId xmlns:a16="http://schemas.microsoft.com/office/drawing/2014/main" id="{4E9FB1CE-13FB-43CC-9B8F-8567DA016DCD}"/>
              </a:ext>
            </a:extLst>
          </p:cNvPr>
          <p:cNvSpPr>
            <a:spLocks xmlns:a="http://schemas.openxmlformats.org/drawingml/2006/main" noGrp="1"/>
          </p:cNvSpPr>
          <p:nvPr/>
        </p:nvSpPr>
        <p:spPr>
          <a:xfrm xmlns:a="http://schemas.openxmlformats.org/drawingml/2006/main">
            <a:off x="685800" y="37719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0392D"/>
                </a:solidFill>
              </a:defRPr>
            </a:defPPr>
            <a:lvl1pPr>
              <a:defRPr sz="1275" b="0">
                <a:solidFill>
                  <a:srgbClr val="20392D"/>
                </a:solidFill>
              </a:defRPr>
            </a:lvl1pPr>
            <a:lvl2pPr>
              <a:defRPr sz="1275" b="0">
                <a:solidFill>
                  <a:srgbClr val="20392D"/>
                </a:solidFill>
              </a:defRPr>
            </a:lvl2pPr>
            <a:lvl3pPr>
              <a:defRPr sz="1275" b="0">
                <a:solidFill>
                  <a:srgbClr val="20392D"/>
                </a:solidFill>
              </a:defRPr>
            </a:lvl3pPr>
            <a:lvl4pPr>
              <a:defRPr sz="1275" b="0">
                <a:solidFill>
                  <a:srgbClr val="20392D"/>
                </a:solidFill>
              </a:defRPr>
            </a:lvl4pPr>
            <a:lvl5pPr>
              <a:defRPr sz="1275" b="0">
                <a:solidFill>
                  <a:srgbClr val="20392D"/>
                </a:solidFill>
              </a:defRPr>
            </a:lvl5pPr>
            <a:lvl6pPr>
              <a:defRPr sz="1275" b="0">
                <a:solidFill>
                  <a:srgbClr val="20392D"/>
                </a:solidFill>
              </a:defRPr>
            </a:lvl6pPr>
            <a:lvl7pPr>
              <a:defRPr sz="1275" b="0">
                <a:solidFill>
                  <a:srgbClr val="20392D"/>
                </a:solidFill>
              </a:defRPr>
            </a:lvl7pPr>
            <a:lvl8pPr>
              <a:defRPr sz="1275" b="0">
                <a:solidFill>
                  <a:srgbClr val="20392D"/>
                </a:solidFill>
              </a:defRPr>
            </a:lvl8pPr>
            <a:lvl9pPr>
              <a:defRPr sz="1275" b="0">
                <a:solidFill>
                  <a:srgbClr val="20392D"/>
                </a:solidFill>
              </a:defRPr>
            </a:lvl9pPr>
          </a:lstStyle>
          <a:p xmlns:a="http://schemas.openxmlformats.org/drawingml/2006/main">
            <a:pPr>
              <a:defRPr sz="1275" b="0">
                <a:solidFill>
                  <a:srgbClr val="20392D"/>
                </a:solidFill>
              </a:defRPr>
            </a:pPr>
            <a:r>
              <a:rPr sz="1275" b="0">
                <a:solidFill>
                  <a:srgbClr val="20392D"/>
                </a:solidFill>
              </a:rPr>
              <a:t>Air quality</a:t>
            </a:r>
          </a:p>
        </p:txBody>
      </p:sp>
      <p:sp>
        <p:nvSpPr>
          <p:cNvPr id="15" name="">
            <a:extLst xmlns:a="http://schemas.openxmlformats.org/drawingml/2006/main">
              <a:ext uri="{FF2B5EF4-FFF2-40B4-BE49-F238E27FC236}">
                <a16:creationId xmlns:a16="http://schemas.microsoft.com/office/drawing/2014/main" id="{6F7DA067-CB81-4484-A9DE-87CABC99E873}"/>
              </a:ext>
            </a:extLst>
          </p:cNvPr>
          <p:cNvSpPr>
            <a:spLocks xmlns:a="http://schemas.openxmlformats.org/drawingml/2006/main" noGrp="1"/>
          </p:cNvSpPr>
          <p:nvPr/>
        </p:nvSpPr>
        <p:spPr>
          <a:xfrm xmlns:a="http://schemas.openxmlformats.org/drawingml/2006/main">
            <a:off x="2647950" y="3800475"/>
            <a:ext cx="3905250" cy="152400"/>
          </a:xfrm>
          <a:prstGeom xmlns:a="http://schemas.openxmlformats.org/drawingml/2006/main" prst="rect">
            <a:avLst/>
          </a:prstGeom>
          <a:solidFill xmlns:a="http://schemas.openxmlformats.org/drawingml/2006/main">
            <a:srgbClr val="E4EAE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9943E0F-DC32-44CC-9265-B810A07045FA}"/>
              </a:ext>
            </a:extLst>
          </p:cNvPr>
          <p:cNvSpPr>
            <a:spLocks xmlns:a="http://schemas.openxmlformats.org/drawingml/2006/main" noGrp="1"/>
          </p:cNvSpPr>
          <p:nvPr/>
        </p:nvSpPr>
        <p:spPr>
          <a:xfrm xmlns:a="http://schemas.openxmlformats.org/drawingml/2006/main">
            <a:off x="2647950" y="3800475"/>
            <a:ext cx="1952625" cy="152400"/>
          </a:xfrm>
          <a:prstGeom xmlns:a="http://schemas.openxmlformats.org/drawingml/2006/main" prst="rect">
            <a:avLst/>
          </a:prstGeom>
          <a:solidFill xmlns:a="http://schemas.openxmlformats.org/drawingml/2006/main">
            <a:srgbClr val="2E6B4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6FD4B01-1CC1-45D7-B44B-3096186FE25E}"/>
              </a:ext>
            </a:extLst>
          </p:cNvPr>
          <p:cNvSpPr>
            <a:spLocks xmlns:a="http://schemas.openxmlformats.org/drawingml/2006/main" noGrp="1"/>
          </p:cNvSpPr>
          <p:nvPr/>
        </p:nvSpPr>
        <p:spPr>
          <a:xfrm xmlns:a="http://schemas.openxmlformats.org/drawingml/2006/main">
            <a:off x="6762750" y="375285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2E6B4A"/>
                </a:solidFill>
              </a:defRPr>
            </a:defPPr>
            <a:lvl1pPr>
              <a:defRPr sz="1200" b="1">
                <a:solidFill>
                  <a:srgbClr val="2E6B4A"/>
                </a:solidFill>
              </a:defRPr>
            </a:lvl1pPr>
            <a:lvl2pPr>
              <a:defRPr sz="1200" b="1">
                <a:solidFill>
                  <a:srgbClr val="2E6B4A"/>
                </a:solidFill>
              </a:defRPr>
            </a:lvl2pPr>
            <a:lvl3pPr>
              <a:defRPr sz="1200" b="1">
                <a:solidFill>
                  <a:srgbClr val="2E6B4A"/>
                </a:solidFill>
              </a:defRPr>
            </a:lvl3pPr>
            <a:lvl4pPr>
              <a:defRPr sz="1200" b="1">
                <a:solidFill>
                  <a:srgbClr val="2E6B4A"/>
                </a:solidFill>
              </a:defRPr>
            </a:lvl4pPr>
            <a:lvl5pPr>
              <a:defRPr sz="1200" b="1">
                <a:solidFill>
                  <a:srgbClr val="2E6B4A"/>
                </a:solidFill>
              </a:defRPr>
            </a:lvl5pPr>
            <a:lvl6pPr>
              <a:defRPr sz="1200" b="1">
                <a:solidFill>
                  <a:srgbClr val="2E6B4A"/>
                </a:solidFill>
              </a:defRPr>
            </a:lvl6pPr>
            <a:lvl7pPr>
              <a:defRPr sz="1200" b="1">
                <a:solidFill>
                  <a:srgbClr val="2E6B4A"/>
                </a:solidFill>
              </a:defRPr>
            </a:lvl7pPr>
            <a:lvl8pPr>
              <a:defRPr sz="1200" b="1">
                <a:solidFill>
                  <a:srgbClr val="2E6B4A"/>
                </a:solidFill>
              </a:defRPr>
            </a:lvl8pPr>
            <a:lvl9pPr>
              <a:defRPr sz="1200" b="1">
                <a:solidFill>
                  <a:srgbClr val="2E6B4A"/>
                </a:solidFill>
              </a:defRPr>
            </a:lvl9pPr>
          </a:lstStyle>
          <a:p xmlns:a="http://schemas.openxmlformats.org/drawingml/2006/main">
            <a:pPr>
              <a:defRPr sz="1200" b="1">
                <a:solidFill>
                  <a:srgbClr val="2E6B4A"/>
                </a:solidFill>
              </a:defRPr>
            </a:pPr>
            <a:r>
              <a:rPr sz="1200" b="1">
                <a:solidFill>
                  <a:srgbClr val="2E6B4A"/>
                </a:solidFill>
              </a:rPr>
              <a:t>20%</a:t>
            </a:r>
          </a:p>
        </p:txBody>
      </p:sp>
      <p:sp>
        <p:nvSpPr>
          <p:cNvPr id="18" name="">
            <a:extLst xmlns:a="http://schemas.openxmlformats.org/drawingml/2006/main">
              <a:ext uri="{FF2B5EF4-FFF2-40B4-BE49-F238E27FC236}">
                <a16:creationId xmlns:a16="http://schemas.microsoft.com/office/drawing/2014/main" id="{194CE077-3FCD-43C6-AA55-2073A57BD843}"/>
              </a:ext>
            </a:extLst>
          </p:cNvPr>
          <p:cNvSpPr>
            <a:spLocks xmlns:a="http://schemas.openxmlformats.org/drawingml/2006/main" noGrp="1"/>
          </p:cNvSpPr>
          <p:nvPr/>
        </p:nvSpPr>
        <p:spPr>
          <a:xfrm xmlns:a="http://schemas.openxmlformats.org/drawingml/2006/main">
            <a:off x="685800" y="43434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0392D"/>
                </a:solidFill>
              </a:defRPr>
            </a:defPPr>
            <a:lvl1pPr>
              <a:defRPr sz="1275" b="0">
                <a:solidFill>
                  <a:srgbClr val="20392D"/>
                </a:solidFill>
              </a:defRPr>
            </a:lvl1pPr>
            <a:lvl2pPr>
              <a:defRPr sz="1275" b="0">
                <a:solidFill>
                  <a:srgbClr val="20392D"/>
                </a:solidFill>
              </a:defRPr>
            </a:lvl2pPr>
            <a:lvl3pPr>
              <a:defRPr sz="1275" b="0">
                <a:solidFill>
                  <a:srgbClr val="20392D"/>
                </a:solidFill>
              </a:defRPr>
            </a:lvl3pPr>
            <a:lvl4pPr>
              <a:defRPr sz="1275" b="0">
                <a:solidFill>
                  <a:srgbClr val="20392D"/>
                </a:solidFill>
              </a:defRPr>
            </a:lvl4pPr>
            <a:lvl5pPr>
              <a:defRPr sz="1275" b="0">
                <a:solidFill>
                  <a:srgbClr val="20392D"/>
                </a:solidFill>
              </a:defRPr>
            </a:lvl5pPr>
            <a:lvl6pPr>
              <a:defRPr sz="1275" b="0">
                <a:solidFill>
                  <a:srgbClr val="20392D"/>
                </a:solidFill>
              </a:defRPr>
            </a:lvl6pPr>
            <a:lvl7pPr>
              <a:defRPr sz="1275" b="0">
                <a:solidFill>
                  <a:srgbClr val="20392D"/>
                </a:solidFill>
              </a:defRPr>
            </a:lvl7pPr>
            <a:lvl8pPr>
              <a:defRPr sz="1275" b="0">
                <a:solidFill>
                  <a:srgbClr val="20392D"/>
                </a:solidFill>
              </a:defRPr>
            </a:lvl8pPr>
            <a:lvl9pPr>
              <a:defRPr sz="1275" b="0">
                <a:solidFill>
                  <a:srgbClr val="20392D"/>
                </a:solidFill>
              </a:defRPr>
            </a:lvl9pPr>
          </a:lstStyle>
          <a:p xmlns:a="http://schemas.openxmlformats.org/drawingml/2006/main">
            <a:pPr>
              <a:defRPr sz="1275" b="0">
                <a:solidFill>
                  <a:srgbClr val="20392D"/>
                </a:solidFill>
              </a:defRPr>
            </a:pPr>
            <a:r>
              <a:rPr sz="1275" b="0">
                <a:solidFill>
                  <a:srgbClr val="20392D"/>
                </a:solidFill>
              </a:rPr>
              <a:t>Mapped context</a:t>
            </a:r>
          </a:p>
        </p:txBody>
      </p:sp>
      <p:sp>
        <p:nvSpPr>
          <p:cNvPr id="19" name="">
            <a:extLst xmlns:a="http://schemas.openxmlformats.org/drawingml/2006/main">
              <a:ext uri="{FF2B5EF4-FFF2-40B4-BE49-F238E27FC236}">
                <a16:creationId xmlns:a16="http://schemas.microsoft.com/office/drawing/2014/main" id="{6785F00E-2BD7-4C1C-917D-6AA0AA044ED4}"/>
              </a:ext>
            </a:extLst>
          </p:cNvPr>
          <p:cNvSpPr>
            <a:spLocks xmlns:a="http://schemas.openxmlformats.org/drawingml/2006/main" noGrp="1"/>
          </p:cNvSpPr>
          <p:nvPr/>
        </p:nvSpPr>
        <p:spPr>
          <a:xfrm xmlns:a="http://schemas.openxmlformats.org/drawingml/2006/main">
            <a:off x="2647950" y="4371975"/>
            <a:ext cx="3905250" cy="152400"/>
          </a:xfrm>
          <a:prstGeom xmlns:a="http://schemas.openxmlformats.org/drawingml/2006/main" prst="rect">
            <a:avLst/>
          </a:prstGeom>
          <a:solidFill xmlns:a="http://schemas.openxmlformats.org/drawingml/2006/main">
            <a:srgbClr val="E4EAE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399E660-AC48-449D-9386-D458AA32BA06}"/>
              </a:ext>
            </a:extLst>
          </p:cNvPr>
          <p:cNvSpPr>
            <a:spLocks xmlns:a="http://schemas.openxmlformats.org/drawingml/2006/main" noGrp="1"/>
          </p:cNvSpPr>
          <p:nvPr/>
        </p:nvSpPr>
        <p:spPr>
          <a:xfrm xmlns:a="http://schemas.openxmlformats.org/drawingml/2006/main">
            <a:off x="2647950" y="4371975"/>
            <a:ext cx="976313" cy="152400"/>
          </a:xfrm>
          <a:prstGeom xmlns:a="http://schemas.openxmlformats.org/drawingml/2006/main" prst="rect">
            <a:avLst/>
          </a:prstGeom>
          <a:solidFill xmlns:a="http://schemas.openxmlformats.org/drawingml/2006/main">
            <a:srgbClr val="2E6B4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02FC7E3-D63B-4271-BF13-45E9F59F2A74}"/>
              </a:ext>
            </a:extLst>
          </p:cNvPr>
          <p:cNvSpPr>
            <a:spLocks xmlns:a="http://schemas.openxmlformats.org/drawingml/2006/main" noGrp="1"/>
          </p:cNvSpPr>
          <p:nvPr/>
        </p:nvSpPr>
        <p:spPr>
          <a:xfrm xmlns:a="http://schemas.openxmlformats.org/drawingml/2006/main">
            <a:off x="6762750" y="432435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2E6B4A"/>
                </a:solidFill>
              </a:defRPr>
            </a:defPPr>
            <a:lvl1pPr>
              <a:defRPr sz="1200" b="1">
                <a:solidFill>
                  <a:srgbClr val="2E6B4A"/>
                </a:solidFill>
              </a:defRPr>
            </a:lvl1pPr>
            <a:lvl2pPr>
              <a:defRPr sz="1200" b="1">
                <a:solidFill>
                  <a:srgbClr val="2E6B4A"/>
                </a:solidFill>
              </a:defRPr>
            </a:lvl2pPr>
            <a:lvl3pPr>
              <a:defRPr sz="1200" b="1">
                <a:solidFill>
                  <a:srgbClr val="2E6B4A"/>
                </a:solidFill>
              </a:defRPr>
            </a:lvl3pPr>
            <a:lvl4pPr>
              <a:defRPr sz="1200" b="1">
                <a:solidFill>
                  <a:srgbClr val="2E6B4A"/>
                </a:solidFill>
              </a:defRPr>
            </a:lvl4pPr>
            <a:lvl5pPr>
              <a:defRPr sz="1200" b="1">
                <a:solidFill>
                  <a:srgbClr val="2E6B4A"/>
                </a:solidFill>
              </a:defRPr>
            </a:lvl5pPr>
            <a:lvl6pPr>
              <a:defRPr sz="1200" b="1">
                <a:solidFill>
                  <a:srgbClr val="2E6B4A"/>
                </a:solidFill>
              </a:defRPr>
            </a:lvl6pPr>
            <a:lvl7pPr>
              <a:defRPr sz="1200" b="1">
                <a:solidFill>
                  <a:srgbClr val="2E6B4A"/>
                </a:solidFill>
              </a:defRPr>
            </a:lvl7pPr>
            <a:lvl8pPr>
              <a:defRPr sz="1200" b="1">
                <a:solidFill>
                  <a:srgbClr val="2E6B4A"/>
                </a:solidFill>
              </a:defRPr>
            </a:lvl8pPr>
            <a:lvl9pPr>
              <a:defRPr sz="1200" b="1">
                <a:solidFill>
                  <a:srgbClr val="2E6B4A"/>
                </a:solidFill>
              </a:defRPr>
            </a:lvl9pPr>
          </a:lstStyle>
          <a:p xmlns:a="http://schemas.openxmlformats.org/drawingml/2006/main">
            <a:pPr>
              <a:defRPr sz="1200" b="1">
                <a:solidFill>
                  <a:srgbClr val="2E6B4A"/>
                </a:solidFill>
              </a:defRPr>
            </a:pPr>
            <a:r>
              <a:rPr sz="1200" b="1">
                <a:solidFill>
                  <a:srgbClr val="2E6B4A"/>
                </a:solidFill>
              </a:rPr>
              <a:t>10%</a:t>
            </a:r>
          </a:p>
        </p:txBody>
      </p:sp>
      <p:sp>
        <p:nvSpPr>
          <p:cNvPr id="22" name="">
            <a:extLst xmlns:a="http://schemas.openxmlformats.org/drawingml/2006/main">
              <a:ext uri="{FF2B5EF4-FFF2-40B4-BE49-F238E27FC236}">
                <a16:creationId xmlns:a16="http://schemas.microsoft.com/office/drawing/2014/main" id="{6D1E7C90-F9A0-4D84-9669-5065BADF18F0}"/>
              </a:ext>
            </a:extLst>
          </p:cNvPr>
          <p:cNvSpPr>
            <a:spLocks xmlns:a="http://schemas.openxmlformats.org/drawingml/2006/main" noGrp="1"/>
          </p:cNvSpPr>
          <p:nvPr/>
        </p:nvSpPr>
        <p:spPr>
          <a:xfrm xmlns:a="http://schemas.openxmlformats.org/drawingml/2006/main">
            <a:off x="685800" y="49149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0392D"/>
                </a:solidFill>
              </a:defRPr>
            </a:defPPr>
            <a:lvl1pPr>
              <a:defRPr sz="1275" b="0">
                <a:solidFill>
                  <a:srgbClr val="20392D"/>
                </a:solidFill>
              </a:defRPr>
            </a:lvl1pPr>
            <a:lvl2pPr>
              <a:defRPr sz="1275" b="0">
                <a:solidFill>
                  <a:srgbClr val="20392D"/>
                </a:solidFill>
              </a:defRPr>
            </a:lvl2pPr>
            <a:lvl3pPr>
              <a:defRPr sz="1275" b="0">
                <a:solidFill>
                  <a:srgbClr val="20392D"/>
                </a:solidFill>
              </a:defRPr>
            </a:lvl3pPr>
            <a:lvl4pPr>
              <a:defRPr sz="1275" b="0">
                <a:solidFill>
                  <a:srgbClr val="20392D"/>
                </a:solidFill>
              </a:defRPr>
            </a:lvl4pPr>
            <a:lvl5pPr>
              <a:defRPr sz="1275" b="0">
                <a:solidFill>
                  <a:srgbClr val="20392D"/>
                </a:solidFill>
              </a:defRPr>
            </a:lvl5pPr>
            <a:lvl6pPr>
              <a:defRPr sz="1275" b="0">
                <a:solidFill>
                  <a:srgbClr val="20392D"/>
                </a:solidFill>
              </a:defRPr>
            </a:lvl6pPr>
            <a:lvl7pPr>
              <a:defRPr sz="1275" b="0">
                <a:solidFill>
                  <a:srgbClr val="20392D"/>
                </a:solidFill>
              </a:defRPr>
            </a:lvl7pPr>
            <a:lvl8pPr>
              <a:defRPr sz="1275" b="0">
                <a:solidFill>
                  <a:srgbClr val="20392D"/>
                </a:solidFill>
              </a:defRPr>
            </a:lvl8pPr>
            <a:lvl9pPr>
              <a:defRPr sz="1275" b="0">
                <a:solidFill>
                  <a:srgbClr val="20392D"/>
                </a:solidFill>
              </a:defRPr>
            </a:lvl9pPr>
          </a:lstStyle>
          <a:p xmlns:a="http://schemas.openxmlformats.org/drawingml/2006/main">
            <a:pPr>
              <a:defRPr sz="1275" b="0">
                <a:solidFill>
                  <a:srgbClr val="20392D"/>
                </a:solidFill>
              </a:defRPr>
            </a:pPr>
            <a:r>
              <a:rPr sz="1275" b="0">
                <a:solidFill>
                  <a:srgbClr val="20392D"/>
                </a:solidFill>
              </a:rPr>
              <a:t>Daylight</a:t>
            </a:r>
          </a:p>
        </p:txBody>
      </p:sp>
      <p:sp>
        <p:nvSpPr>
          <p:cNvPr id="23" name="">
            <a:extLst xmlns:a="http://schemas.openxmlformats.org/drawingml/2006/main">
              <a:ext uri="{FF2B5EF4-FFF2-40B4-BE49-F238E27FC236}">
                <a16:creationId xmlns:a16="http://schemas.microsoft.com/office/drawing/2014/main" id="{CC0B71D5-2ECD-434C-8928-78C3D7F41256}"/>
              </a:ext>
            </a:extLst>
          </p:cNvPr>
          <p:cNvSpPr>
            <a:spLocks xmlns:a="http://schemas.openxmlformats.org/drawingml/2006/main" noGrp="1"/>
          </p:cNvSpPr>
          <p:nvPr/>
        </p:nvSpPr>
        <p:spPr>
          <a:xfrm xmlns:a="http://schemas.openxmlformats.org/drawingml/2006/main">
            <a:off x="2647950" y="4943475"/>
            <a:ext cx="3905250" cy="152400"/>
          </a:xfrm>
          <a:prstGeom xmlns:a="http://schemas.openxmlformats.org/drawingml/2006/main" prst="rect">
            <a:avLst/>
          </a:prstGeom>
          <a:solidFill xmlns:a="http://schemas.openxmlformats.org/drawingml/2006/main">
            <a:srgbClr val="E4EAE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7535646-2F39-4B28-A35A-71A184F2E9A1}"/>
              </a:ext>
            </a:extLst>
          </p:cNvPr>
          <p:cNvSpPr>
            <a:spLocks xmlns:a="http://schemas.openxmlformats.org/drawingml/2006/main" noGrp="1"/>
          </p:cNvSpPr>
          <p:nvPr/>
        </p:nvSpPr>
        <p:spPr>
          <a:xfrm xmlns:a="http://schemas.openxmlformats.org/drawingml/2006/main">
            <a:off x="2647950" y="4943475"/>
            <a:ext cx="488156" cy="152400"/>
          </a:xfrm>
          <a:prstGeom xmlns:a="http://schemas.openxmlformats.org/drawingml/2006/main" prst="rect">
            <a:avLst/>
          </a:prstGeom>
          <a:solidFill xmlns:a="http://schemas.openxmlformats.org/drawingml/2006/main">
            <a:srgbClr val="2E6B4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BDC2693-0264-49D7-A68C-3071F0DBB2B0}"/>
              </a:ext>
            </a:extLst>
          </p:cNvPr>
          <p:cNvSpPr>
            <a:spLocks xmlns:a="http://schemas.openxmlformats.org/drawingml/2006/main" noGrp="1"/>
          </p:cNvSpPr>
          <p:nvPr/>
        </p:nvSpPr>
        <p:spPr>
          <a:xfrm xmlns:a="http://schemas.openxmlformats.org/drawingml/2006/main">
            <a:off x="6762750" y="489585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2E6B4A"/>
                </a:solidFill>
              </a:defRPr>
            </a:defPPr>
            <a:lvl1pPr>
              <a:defRPr sz="1200" b="1">
                <a:solidFill>
                  <a:srgbClr val="2E6B4A"/>
                </a:solidFill>
              </a:defRPr>
            </a:lvl1pPr>
            <a:lvl2pPr>
              <a:defRPr sz="1200" b="1">
                <a:solidFill>
                  <a:srgbClr val="2E6B4A"/>
                </a:solidFill>
              </a:defRPr>
            </a:lvl2pPr>
            <a:lvl3pPr>
              <a:defRPr sz="1200" b="1">
                <a:solidFill>
                  <a:srgbClr val="2E6B4A"/>
                </a:solidFill>
              </a:defRPr>
            </a:lvl3pPr>
            <a:lvl4pPr>
              <a:defRPr sz="1200" b="1">
                <a:solidFill>
                  <a:srgbClr val="2E6B4A"/>
                </a:solidFill>
              </a:defRPr>
            </a:lvl4pPr>
            <a:lvl5pPr>
              <a:defRPr sz="1200" b="1">
                <a:solidFill>
                  <a:srgbClr val="2E6B4A"/>
                </a:solidFill>
              </a:defRPr>
            </a:lvl5pPr>
            <a:lvl6pPr>
              <a:defRPr sz="1200" b="1">
                <a:solidFill>
                  <a:srgbClr val="2E6B4A"/>
                </a:solidFill>
              </a:defRPr>
            </a:lvl6pPr>
            <a:lvl7pPr>
              <a:defRPr sz="1200" b="1">
                <a:solidFill>
                  <a:srgbClr val="2E6B4A"/>
                </a:solidFill>
              </a:defRPr>
            </a:lvl7pPr>
            <a:lvl8pPr>
              <a:defRPr sz="1200" b="1">
                <a:solidFill>
                  <a:srgbClr val="2E6B4A"/>
                </a:solidFill>
              </a:defRPr>
            </a:lvl8pPr>
            <a:lvl9pPr>
              <a:defRPr sz="1200" b="1">
                <a:solidFill>
                  <a:srgbClr val="2E6B4A"/>
                </a:solidFill>
              </a:defRPr>
            </a:lvl9pPr>
          </a:lstStyle>
          <a:p xmlns:a="http://schemas.openxmlformats.org/drawingml/2006/main">
            <a:pPr>
              <a:defRPr sz="1200" b="1">
                <a:solidFill>
                  <a:srgbClr val="2E6B4A"/>
                </a:solidFill>
              </a:defRPr>
            </a:pPr>
            <a:r>
              <a:rPr sz="1200" b="1">
                <a:solidFill>
                  <a:srgbClr val="2E6B4A"/>
                </a:solidFill>
              </a:rPr>
              <a:t>5%</a:t>
            </a:r>
          </a:p>
        </p:txBody>
      </p:sp>
      <p:sp>
        <p:nvSpPr>
          <p:cNvPr id="26" name="">
            <a:extLst xmlns:a="http://schemas.openxmlformats.org/drawingml/2006/main">
              <a:ext uri="{FF2B5EF4-FFF2-40B4-BE49-F238E27FC236}">
                <a16:creationId xmlns:a16="http://schemas.microsoft.com/office/drawing/2014/main" id="{ED3C1A6B-ED93-4CD8-8DF4-BC2F8379A356}"/>
              </a:ext>
            </a:extLst>
          </p:cNvPr>
          <p:cNvSpPr>
            <a:spLocks xmlns:a="http://schemas.openxmlformats.org/drawingml/2006/main" noGrp="1"/>
          </p:cNvSpPr>
          <p:nvPr/>
        </p:nvSpPr>
        <p:spPr>
          <a:xfrm xmlns:a="http://schemas.openxmlformats.org/drawingml/2006/main">
            <a:off x="7810500" y="2190750"/>
            <a:ext cx="0" cy="3429000"/>
          </a:xfrm>
          <a:prstGeom xmlns:a="http://schemas.openxmlformats.org/drawingml/2006/main" prst="line">
            <a:avLst/>
          </a:prstGeom>
          <a:noFill xmlns:a="http://schemas.openxmlformats.org/drawingml/2006/main"/>
          <a:ln xmlns:a="http://schemas.openxmlformats.org/drawingml/2006/main" w="9525">
            <a:solidFill>
              <a:srgbClr val="B8C8BA"/>
            </a:solidFill>
            <a:prstDash val="solid"/>
          </a:ln>
        </p:spPr>
      </p:sp>
      <p:sp>
        <p:nvSpPr>
          <p:cNvPr id="27" name="">
            <a:extLst xmlns:a="http://schemas.openxmlformats.org/drawingml/2006/main">
              <a:ext uri="{FF2B5EF4-FFF2-40B4-BE49-F238E27FC236}">
                <a16:creationId xmlns:a16="http://schemas.microsoft.com/office/drawing/2014/main" id="{5B5A56A9-A396-445A-917E-8DFCC72C9ECA}"/>
              </a:ext>
            </a:extLst>
          </p:cNvPr>
          <p:cNvSpPr>
            <a:spLocks xmlns:a="http://schemas.openxmlformats.org/drawingml/2006/main" noGrp="1"/>
          </p:cNvSpPr>
          <p:nvPr/>
        </p:nvSpPr>
        <p:spPr>
          <a:xfrm xmlns:a="http://schemas.openxmlformats.org/drawingml/2006/main">
            <a:off x="8248650" y="2190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2E6B4A"/>
                </a:solidFill>
              </a:defRPr>
            </a:defPPr>
            <a:lvl1pPr>
              <a:defRPr sz="900" b="1">
                <a:solidFill>
                  <a:srgbClr val="2E6B4A"/>
                </a:solidFill>
              </a:defRPr>
            </a:lvl1pPr>
            <a:lvl2pPr>
              <a:defRPr sz="900" b="1">
                <a:solidFill>
                  <a:srgbClr val="2E6B4A"/>
                </a:solidFill>
              </a:defRPr>
            </a:lvl2pPr>
            <a:lvl3pPr>
              <a:defRPr sz="900" b="1">
                <a:solidFill>
                  <a:srgbClr val="2E6B4A"/>
                </a:solidFill>
              </a:defRPr>
            </a:lvl3pPr>
            <a:lvl4pPr>
              <a:defRPr sz="900" b="1">
                <a:solidFill>
                  <a:srgbClr val="2E6B4A"/>
                </a:solidFill>
              </a:defRPr>
            </a:lvl4pPr>
            <a:lvl5pPr>
              <a:defRPr sz="900" b="1">
                <a:solidFill>
                  <a:srgbClr val="2E6B4A"/>
                </a:solidFill>
              </a:defRPr>
            </a:lvl5pPr>
            <a:lvl6pPr>
              <a:defRPr sz="900" b="1">
                <a:solidFill>
                  <a:srgbClr val="2E6B4A"/>
                </a:solidFill>
              </a:defRPr>
            </a:lvl6pPr>
            <a:lvl7pPr>
              <a:defRPr sz="900" b="1">
                <a:solidFill>
                  <a:srgbClr val="2E6B4A"/>
                </a:solidFill>
              </a:defRPr>
            </a:lvl7pPr>
            <a:lvl8pPr>
              <a:defRPr sz="900" b="1">
                <a:solidFill>
                  <a:srgbClr val="2E6B4A"/>
                </a:solidFill>
              </a:defRPr>
            </a:lvl8pPr>
            <a:lvl9pPr>
              <a:defRPr sz="900" b="1">
                <a:solidFill>
                  <a:srgbClr val="2E6B4A"/>
                </a:solidFill>
              </a:defRPr>
            </a:lvl9pPr>
          </a:lstStyle>
          <a:p xmlns:a="http://schemas.openxmlformats.org/drawingml/2006/main">
            <a:pPr>
              <a:defRPr sz="900" b="1">
                <a:solidFill>
                  <a:srgbClr val="2E6B4A"/>
                </a:solidFill>
              </a:defRPr>
            </a:pPr>
            <a:r>
              <a:rPr sz="900" b="1">
                <a:solidFill>
                  <a:srgbClr val="2E6B4A"/>
                </a:solidFill>
              </a:rPr>
              <a:t>EVIDENCE SHOWN</a:t>
            </a:r>
          </a:p>
        </p:txBody>
      </p:sp>
      <p:sp>
        <p:nvSpPr>
          <p:cNvPr id="28" name="">
            <a:extLst xmlns:a="http://schemas.openxmlformats.org/drawingml/2006/main">
              <a:ext uri="{FF2B5EF4-FFF2-40B4-BE49-F238E27FC236}">
                <a16:creationId xmlns:a16="http://schemas.microsoft.com/office/drawing/2014/main" id="{946C4B05-8D82-413B-8ADC-267F3A12917A}"/>
              </a:ext>
            </a:extLst>
          </p:cNvPr>
          <p:cNvSpPr>
            <a:spLocks xmlns:a="http://schemas.openxmlformats.org/drawingml/2006/main" noGrp="1"/>
          </p:cNvSpPr>
          <p:nvPr/>
        </p:nvSpPr>
        <p:spPr>
          <a:xfrm xmlns:a="http://schemas.openxmlformats.org/drawingml/2006/main">
            <a:off x="8248650" y="2628900"/>
            <a:ext cx="3238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20392D"/>
                </a:solidFill>
              </a:defRPr>
            </a:defPPr>
            <a:lvl1pPr>
              <a:defRPr sz="1425" b="0">
                <a:solidFill>
                  <a:srgbClr val="20392D"/>
                </a:solidFill>
              </a:defRPr>
            </a:lvl1pPr>
            <a:lvl2pPr>
              <a:defRPr sz="1425" b="0">
                <a:solidFill>
                  <a:srgbClr val="20392D"/>
                </a:solidFill>
              </a:defRPr>
            </a:lvl2pPr>
            <a:lvl3pPr>
              <a:defRPr sz="1425" b="0">
                <a:solidFill>
                  <a:srgbClr val="20392D"/>
                </a:solidFill>
              </a:defRPr>
            </a:lvl3pPr>
            <a:lvl4pPr>
              <a:defRPr sz="1425" b="0">
                <a:solidFill>
                  <a:srgbClr val="20392D"/>
                </a:solidFill>
              </a:defRPr>
            </a:lvl4pPr>
            <a:lvl5pPr>
              <a:defRPr sz="1425" b="0">
                <a:solidFill>
                  <a:srgbClr val="20392D"/>
                </a:solidFill>
              </a:defRPr>
            </a:lvl5pPr>
            <a:lvl6pPr>
              <a:defRPr sz="1425" b="0">
                <a:solidFill>
                  <a:srgbClr val="20392D"/>
                </a:solidFill>
              </a:defRPr>
            </a:lvl6pPr>
            <a:lvl7pPr>
              <a:defRPr sz="1425" b="0">
                <a:solidFill>
                  <a:srgbClr val="20392D"/>
                </a:solidFill>
              </a:defRPr>
            </a:lvl7pPr>
            <a:lvl8pPr>
              <a:defRPr sz="1425" b="0">
                <a:solidFill>
                  <a:srgbClr val="20392D"/>
                </a:solidFill>
              </a:defRPr>
            </a:lvl8pPr>
            <a:lvl9pPr>
              <a:defRPr sz="1425" b="0">
                <a:solidFill>
                  <a:srgbClr val="20392D"/>
                </a:solidFill>
              </a:defRPr>
            </a:lvl9pPr>
          </a:lstStyle>
          <a:p xmlns:a="http://schemas.openxmlformats.org/drawingml/2006/main">
            <a:pPr>
              <a:defRPr sz="1425" b="0">
                <a:solidFill>
                  <a:srgbClr val="20392D"/>
                </a:solidFill>
              </a:defRPr>
            </a:pPr>
            <a:r>
              <a:rPr sz="1425" b="0">
                <a:solidFill>
                  <a:srgbClr val="20392D"/>
                </a:solidFill>
              </a:rPr>
              <a:t>Forecast values include source, valid time, and fetch time. Missing weather blocks a recommendation. Missing AQ or context lowers coverage.</a:t>
            </a:r>
          </a:p>
        </p:txBody>
      </p:sp>
      <p:sp>
        <p:nvSpPr>
          <p:cNvPr id="29" name="">
            <a:extLst xmlns:a="http://schemas.openxmlformats.org/drawingml/2006/main">
              <a:ext uri="{FF2B5EF4-FFF2-40B4-BE49-F238E27FC236}">
                <a16:creationId xmlns:a16="http://schemas.microsoft.com/office/drawing/2014/main" id="{33AA8C8D-E145-45AA-BADB-FA7103D472AE}"/>
              </a:ext>
            </a:extLst>
          </p:cNvPr>
          <p:cNvSpPr>
            <a:spLocks xmlns:a="http://schemas.openxmlformats.org/drawingml/2006/main" noGrp="1"/>
          </p:cNvSpPr>
          <p:nvPr/>
        </p:nvSpPr>
        <p:spPr>
          <a:xfrm xmlns:a="http://schemas.openxmlformats.org/drawingml/2006/main">
            <a:off x="8248650" y="4057650"/>
            <a:ext cx="323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64756A"/>
                </a:solidFill>
              </a:defRPr>
            </a:defPPr>
            <a:lvl1pPr>
              <a:defRPr sz="1275" b="0">
                <a:solidFill>
                  <a:srgbClr val="64756A"/>
                </a:solidFill>
              </a:defRPr>
            </a:lvl1pPr>
            <a:lvl2pPr>
              <a:defRPr sz="1275" b="0">
                <a:solidFill>
                  <a:srgbClr val="64756A"/>
                </a:solidFill>
              </a:defRPr>
            </a:lvl2pPr>
            <a:lvl3pPr>
              <a:defRPr sz="1275" b="0">
                <a:solidFill>
                  <a:srgbClr val="64756A"/>
                </a:solidFill>
              </a:defRPr>
            </a:lvl3pPr>
            <a:lvl4pPr>
              <a:defRPr sz="1275" b="0">
                <a:solidFill>
                  <a:srgbClr val="64756A"/>
                </a:solidFill>
              </a:defRPr>
            </a:lvl4pPr>
            <a:lvl5pPr>
              <a:defRPr sz="1275" b="0">
                <a:solidFill>
                  <a:srgbClr val="64756A"/>
                </a:solidFill>
              </a:defRPr>
            </a:lvl5pPr>
            <a:lvl6pPr>
              <a:defRPr sz="1275" b="0">
                <a:solidFill>
                  <a:srgbClr val="64756A"/>
                </a:solidFill>
              </a:defRPr>
            </a:lvl6pPr>
            <a:lvl7pPr>
              <a:defRPr sz="1275" b="0">
                <a:solidFill>
                  <a:srgbClr val="64756A"/>
                </a:solidFill>
              </a:defRPr>
            </a:lvl7pPr>
            <a:lvl8pPr>
              <a:defRPr sz="1275" b="0">
                <a:solidFill>
                  <a:srgbClr val="64756A"/>
                </a:solidFill>
              </a:defRPr>
            </a:lvl8pPr>
            <a:lvl9pPr>
              <a:defRPr sz="1275" b="0">
                <a:solidFill>
                  <a:srgbClr val="64756A"/>
                </a:solidFill>
              </a:defRPr>
            </a:lvl9pPr>
          </a:lstStyle>
          <a:p xmlns:a="http://schemas.openxmlformats.org/drawingml/2006/main">
            <a:pPr>
              <a:defRPr sz="1275" b="0">
                <a:solidFill>
                  <a:srgbClr val="64756A"/>
                </a:solidFill>
              </a:defRPr>
            </a:pPr>
            <a:r>
              <a:rPr sz="1275" b="0">
                <a:solidFill>
                  <a:srgbClr val="64756A"/>
                </a:solidFill>
              </a:rPr>
              <a:t>OSM tags establish mapped venue fit. Road distance is a proximity proxy, never live traffic. Air quality is regional model guidance.</a:t>
            </a:r>
          </a:p>
        </p:txBody>
      </p:sp>
      <p:sp>
        <p:nvSpPr>
          <p:cNvPr id="30" name="">
            <a:extLst xmlns:a="http://schemas.openxmlformats.org/drawingml/2006/main">
              <a:ext uri="{FF2B5EF4-FFF2-40B4-BE49-F238E27FC236}">
                <a16:creationId xmlns:a16="http://schemas.microsoft.com/office/drawing/2014/main" id="{5A2F2C9D-D522-4A12-8A3F-5679E976F032}"/>
              </a:ext>
            </a:extLst>
          </p:cNvPr>
          <p:cNvSpPr>
            <a:spLocks xmlns:a="http://schemas.openxmlformats.org/drawingml/2006/main" noGrp="1"/>
          </p:cNvSpPr>
          <p:nvPr/>
        </p:nvSpPr>
        <p:spPr>
          <a:xfrm xmlns:a="http://schemas.openxmlformats.org/drawingml/2006/main">
            <a:off x="8248650" y="54292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2E6B4A"/>
                </a:solidFill>
              </a:defRPr>
            </a:defPPr>
            <a:lvl1pPr>
              <a:defRPr sz="900" b="1">
                <a:solidFill>
                  <a:srgbClr val="2E6B4A"/>
                </a:solidFill>
              </a:defRPr>
            </a:lvl1pPr>
            <a:lvl2pPr>
              <a:defRPr sz="900" b="1">
                <a:solidFill>
                  <a:srgbClr val="2E6B4A"/>
                </a:solidFill>
              </a:defRPr>
            </a:lvl2pPr>
            <a:lvl3pPr>
              <a:defRPr sz="900" b="1">
                <a:solidFill>
                  <a:srgbClr val="2E6B4A"/>
                </a:solidFill>
              </a:defRPr>
            </a:lvl3pPr>
            <a:lvl4pPr>
              <a:defRPr sz="900" b="1">
                <a:solidFill>
                  <a:srgbClr val="2E6B4A"/>
                </a:solidFill>
              </a:defRPr>
            </a:lvl4pPr>
            <a:lvl5pPr>
              <a:defRPr sz="900" b="1">
                <a:solidFill>
                  <a:srgbClr val="2E6B4A"/>
                </a:solidFill>
              </a:defRPr>
            </a:lvl5pPr>
            <a:lvl6pPr>
              <a:defRPr sz="900" b="1">
                <a:solidFill>
                  <a:srgbClr val="2E6B4A"/>
                </a:solidFill>
              </a:defRPr>
            </a:lvl6pPr>
            <a:lvl7pPr>
              <a:defRPr sz="900" b="1">
                <a:solidFill>
                  <a:srgbClr val="2E6B4A"/>
                </a:solidFill>
              </a:defRPr>
            </a:lvl7pPr>
            <a:lvl8pPr>
              <a:defRPr sz="900" b="1">
                <a:solidFill>
                  <a:srgbClr val="2E6B4A"/>
                </a:solidFill>
              </a:defRPr>
            </a:lvl8pPr>
            <a:lvl9pPr>
              <a:defRPr sz="900" b="1">
                <a:solidFill>
                  <a:srgbClr val="2E6B4A"/>
                </a:solidFill>
              </a:defRPr>
            </a:lvl9pPr>
          </a:lstStyle>
          <a:p xmlns:a="http://schemas.openxmlformats.org/drawingml/2006/main">
            <a:pPr>
              <a:defRPr sz="900" b="1">
                <a:solidFill>
                  <a:srgbClr val="2E6B4A"/>
                </a:solidFill>
              </a:defRPr>
            </a:pPr>
            <a:r>
              <a:rPr sz="900" b="1">
                <a:solidFill>
                  <a:srgbClr val="2E6B4A"/>
                </a:solidFill>
              </a:rPr>
              <a:t>© OpenStreetMap contributors</a:t>
            </a:r>
          </a:p>
        </p:txBody>
      </p:sp>
      <p:sp>
        <p:nvSpPr>
          <p:cNvPr id="31" name="">
            <a:extLst xmlns:a="http://schemas.openxmlformats.org/drawingml/2006/main">
              <a:ext uri="{FF2B5EF4-FFF2-40B4-BE49-F238E27FC236}">
                <a16:creationId xmlns:a16="http://schemas.microsoft.com/office/drawing/2014/main" id="{2F9CE13C-716D-425F-A8C6-994D9F9B2E36}"/>
              </a:ext>
            </a:extLst>
          </p:cNvPr>
          <p:cNvSpPr>
            <a:spLocks xmlns:a="http://schemas.openxmlformats.org/drawingml/2006/main" noGrp="1"/>
          </p:cNvSpPr>
          <p:nvPr/>
        </p:nvSpPr>
        <p:spPr>
          <a:xfrm xmlns:a="http://schemas.openxmlformats.org/drawingml/2006/main">
            <a:off x="685800" y="6429375"/>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64756A"/>
                </a:solidFill>
              </a:defRPr>
            </a:defPPr>
            <a:lvl1pPr>
              <a:defRPr sz="750" b="0">
                <a:solidFill>
                  <a:srgbClr val="64756A"/>
                </a:solidFill>
              </a:defRPr>
            </a:lvl1pPr>
            <a:lvl2pPr>
              <a:defRPr sz="750" b="0">
                <a:solidFill>
                  <a:srgbClr val="64756A"/>
                </a:solidFill>
              </a:defRPr>
            </a:lvl2pPr>
            <a:lvl3pPr>
              <a:defRPr sz="750" b="0">
                <a:solidFill>
                  <a:srgbClr val="64756A"/>
                </a:solidFill>
              </a:defRPr>
            </a:lvl3pPr>
            <a:lvl4pPr>
              <a:defRPr sz="750" b="0">
                <a:solidFill>
                  <a:srgbClr val="64756A"/>
                </a:solidFill>
              </a:defRPr>
            </a:lvl4pPr>
            <a:lvl5pPr>
              <a:defRPr sz="750" b="0">
                <a:solidFill>
                  <a:srgbClr val="64756A"/>
                </a:solidFill>
              </a:defRPr>
            </a:lvl5pPr>
            <a:lvl6pPr>
              <a:defRPr sz="750" b="0">
                <a:solidFill>
                  <a:srgbClr val="64756A"/>
                </a:solidFill>
              </a:defRPr>
            </a:lvl6pPr>
            <a:lvl7pPr>
              <a:defRPr sz="750" b="0">
                <a:solidFill>
                  <a:srgbClr val="64756A"/>
                </a:solidFill>
              </a:defRPr>
            </a:lvl7pPr>
            <a:lvl8pPr>
              <a:defRPr sz="750" b="0">
                <a:solidFill>
                  <a:srgbClr val="64756A"/>
                </a:solidFill>
              </a:defRPr>
            </a:lvl8pPr>
            <a:lvl9pPr>
              <a:defRPr sz="750" b="0">
                <a:solidFill>
                  <a:srgbClr val="64756A"/>
                </a:solidFill>
              </a:defRPr>
            </a:lvl9pPr>
          </a:lstStyle>
          <a:p xmlns:a="http://schemas.openxmlformats.org/drawingml/2006/main">
            <a:pPr>
              <a:defRPr sz="750" b="0">
                <a:solidFill>
                  <a:srgbClr val="64756A"/>
                </a:solidFill>
              </a:defRPr>
            </a:pPr>
            <a:r>
              <a:rPr sz="750" b="0">
                <a:solidFill>
                  <a:srgbClr val="64756A"/>
                </a:solidFill>
              </a:rPr>
              <a:t>GoWise · GeoAI Hackathon 2026</a:t>
            </a:r>
          </a:p>
        </p:txBody>
      </p:sp>
    </p:spTree>
    <p:extLst>
      <p:ext uri="{BB962C8B-B14F-4D97-AF65-F5344CB8AC3E}">
        <p14:creationId xmlns:p14="http://schemas.microsoft.com/office/powerpoint/2010/main" val="121721487"/>
      </p:ext>
    </p:extLst>
  </p:cSld>
</p:sld>
</file>

<file path=ppt/slides/slide5.xml><?xml version="1.0" encoding="utf-8"?>
<p:sld xmlns:p="http://schemas.openxmlformats.org/presentationml/2006/main">
  <p:cSld>
    <p:bg>
      <p:bgPr>
        <a:solidFill xmlns:a="http://schemas.openxmlformats.org/drawingml/2006/main">
          <a:srgbClr val="14271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813BA5-0CF9-4797-8E47-B3C06085B697}"/>
              </a:ext>
            </a:extLst>
          </p:cNvPr>
          <p:cNvSpPr>
            <a:spLocks xmlns:a="http://schemas.openxmlformats.org/drawingml/2006/main" noGrp="1"/>
          </p:cNvSpPr>
          <p:nvPr/>
        </p:nvSpPr>
        <p:spPr>
          <a:xfrm xmlns:a="http://schemas.openxmlformats.org/drawingml/2006/main">
            <a:off x="685800" y="4572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E3B65E"/>
                </a:solidFill>
              </a:defRPr>
            </a:defPPr>
            <a:lvl1pPr>
              <a:defRPr sz="975" b="1">
                <a:solidFill>
                  <a:srgbClr val="E3B65E"/>
                </a:solidFill>
              </a:defRPr>
            </a:lvl1pPr>
            <a:lvl2pPr>
              <a:defRPr sz="975" b="1">
                <a:solidFill>
                  <a:srgbClr val="E3B65E"/>
                </a:solidFill>
              </a:defRPr>
            </a:lvl2pPr>
            <a:lvl3pPr>
              <a:defRPr sz="975" b="1">
                <a:solidFill>
                  <a:srgbClr val="E3B65E"/>
                </a:solidFill>
              </a:defRPr>
            </a:lvl3pPr>
            <a:lvl4pPr>
              <a:defRPr sz="975" b="1">
                <a:solidFill>
                  <a:srgbClr val="E3B65E"/>
                </a:solidFill>
              </a:defRPr>
            </a:lvl4pPr>
            <a:lvl5pPr>
              <a:defRPr sz="975" b="1">
                <a:solidFill>
                  <a:srgbClr val="E3B65E"/>
                </a:solidFill>
              </a:defRPr>
            </a:lvl5pPr>
            <a:lvl6pPr>
              <a:defRPr sz="975" b="1">
                <a:solidFill>
                  <a:srgbClr val="E3B65E"/>
                </a:solidFill>
              </a:defRPr>
            </a:lvl6pPr>
            <a:lvl7pPr>
              <a:defRPr sz="975" b="1">
                <a:solidFill>
                  <a:srgbClr val="E3B65E"/>
                </a:solidFill>
              </a:defRPr>
            </a:lvl7pPr>
            <a:lvl8pPr>
              <a:defRPr sz="975" b="1">
                <a:solidFill>
                  <a:srgbClr val="E3B65E"/>
                </a:solidFill>
              </a:defRPr>
            </a:lvl8pPr>
            <a:lvl9pPr>
              <a:defRPr sz="975" b="1">
                <a:solidFill>
                  <a:srgbClr val="E3B65E"/>
                </a:solidFill>
              </a:defRPr>
            </a:lvl9pPr>
          </a:lstStyle>
          <a:p xmlns:a="http://schemas.openxmlformats.org/drawingml/2006/main">
            <a:pPr>
              <a:defRPr sz="975" b="1">
                <a:solidFill>
                  <a:srgbClr val="E3B65E"/>
                </a:solidFill>
              </a:defRPr>
            </a:pPr>
            <a:r>
              <a:rPr sz="975" b="1">
                <a:solidFill>
                  <a:srgbClr val="E3B65E"/>
                </a:solidFill>
              </a:rPr>
              <a:t>05  /  DELIVERY STATUS</a:t>
            </a:r>
          </a:p>
        </p:txBody>
      </p:sp>
      <p:sp>
        <p:nvSpPr>
          <p:cNvPr id="2" name="">
            <a:extLst xmlns:a="http://schemas.openxmlformats.org/drawingml/2006/main">
              <a:ext uri="{FF2B5EF4-FFF2-40B4-BE49-F238E27FC236}">
                <a16:creationId xmlns:a16="http://schemas.microsoft.com/office/drawing/2014/main" id="{BA67688A-68C6-41C8-B33B-0D0A7AB1F583}"/>
              </a:ext>
            </a:extLst>
          </p:cNvPr>
          <p:cNvSpPr>
            <a:spLocks xmlns:a="http://schemas.openxmlformats.org/drawingml/2006/main" noGrp="1"/>
          </p:cNvSpPr>
          <p:nvPr/>
        </p:nvSpPr>
        <p:spPr>
          <a:xfrm xmlns:a="http://schemas.openxmlformats.org/drawingml/2006/main">
            <a:off x="685800" y="10096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FFFFFF"/>
                </a:solidFill>
              </a:defRPr>
            </a:defPPr>
            <a:lvl1pPr>
              <a:defRPr sz="3000" b="1">
                <a:solidFill>
                  <a:srgbClr val="FFFFFF"/>
                </a:solidFill>
              </a:defRPr>
            </a:lvl1pPr>
            <a:lvl2pPr>
              <a:defRPr sz="3000" b="1">
                <a:solidFill>
                  <a:srgbClr val="FFFFFF"/>
                </a:solidFill>
              </a:defRPr>
            </a:lvl2pPr>
            <a:lvl3pPr>
              <a:defRPr sz="3000" b="1">
                <a:solidFill>
                  <a:srgbClr val="FFFFFF"/>
                </a:solidFill>
              </a:defRPr>
            </a:lvl3pPr>
            <a:lvl4pPr>
              <a:defRPr sz="3000" b="1">
                <a:solidFill>
                  <a:srgbClr val="FFFFFF"/>
                </a:solidFill>
              </a:defRPr>
            </a:lvl4pPr>
            <a:lvl5pPr>
              <a:defRPr sz="3000" b="1">
                <a:solidFill>
                  <a:srgbClr val="FFFFFF"/>
                </a:solidFill>
              </a:defRPr>
            </a:lvl5pPr>
            <a:lvl6pPr>
              <a:defRPr sz="3000" b="1">
                <a:solidFill>
                  <a:srgbClr val="FFFFFF"/>
                </a:solidFill>
              </a:defRPr>
            </a:lvl6pPr>
            <a:lvl7pPr>
              <a:defRPr sz="3000" b="1">
                <a:solidFill>
                  <a:srgbClr val="FFFFFF"/>
                </a:solidFill>
              </a:defRPr>
            </a:lvl7pPr>
            <a:lvl8pPr>
              <a:defRPr sz="3000" b="1">
                <a:solidFill>
                  <a:srgbClr val="FFFFFF"/>
                </a:solidFill>
              </a:defRPr>
            </a:lvl8pPr>
            <a:lvl9pPr>
              <a:defRPr sz="3000" b="1">
                <a:solidFill>
                  <a:srgbClr val="FFFFFF"/>
                </a:solidFill>
              </a:defRPr>
            </a:lvl9pPr>
          </a:lstStyle>
          <a:p xmlns:a="http://schemas.openxmlformats.org/drawingml/2006/main">
            <a:pPr>
              <a:defRPr sz="3000" b="1">
                <a:solidFill>
                  <a:srgbClr val="FFFFFF"/>
                </a:solidFill>
              </a:defRPr>
            </a:pPr>
            <a:r>
              <a:rPr sz="3000" b="1">
                <a:solidFill>
                  <a:srgbClr val="FFFFFF"/>
                </a:solidFill>
              </a:rPr>
              <a:t>What is ready for review</a:t>
            </a:r>
          </a:p>
        </p:txBody>
      </p:sp>
      <p:sp>
        <p:nvSpPr>
          <p:cNvPr id="3" name="">
            <a:extLst xmlns:a="http://schemas.openxmlformats.org/drawingml/2006/main">
              <a:ext uri="{FF2B5EF4-FFF2-40B4-BE49-F238E27FC236}">
                <a16:creationId xmlns:a16="http://schemas.microsoft.com/office/drawing/2014/main" id="{2DB8EDFC-B12F-48B8-AAFB-ED9F68D30430}"/>
              </a:ext>
            </a:extLst>
          </p:cNvPr>
          <p:cNvSpPr>
            <a:spLocks xmlns:a="http://schemas.openxmlformats.org/drawingml/2006/main" noGrp="1"/>
          </p:cNvSpPr>
          <p:nvPr/>
        </p:nvSpPr>
        <p:spPr>
          <a:xfrm xmlns:a="http://schemas.openxmlformats.org/drawingml/2006/main">
            <a:off x="685800" y="1771650"/>
            <a:ext cx="10820400" cy="0"/>
          </a:xfrm>
          <a:prstGeom xmlns:a="http://schemas.openxmlformats.org/drawingml/2006/main" prst="line">
            <a:avLst/>
          </a:prstGeom>
          <a:noFill xmlns:a="http://schemas.openxmlformats.org/drawingml/2006/main"/>
          <a:ln xmlns:a="http://schemas.openxmlformats.org/drawingml/2006/main" w="9525">
            <a:solidFill>
              <a:srgbClr val="54715E"/>
            </a:solidFill>
            <a:prstDash val="solid"/>
          </a:ln>
        </p:spPr>
      </p:sp>
      <p:sp>
        <p:nvSpPr>
          <p:cNvPr id="4" name="">
            <a:extLst xmlns:a="http://schemas.openxmlformats.org/drawingml/2006/main">
              <a:ext uri="{FF2B5EF4-FFF2-40B4-BE49-F238E27FC236}">
                <a16:creationId xmlns:a16="http://schemas.microsoft.com/office/drawing/2014/main" id="{BC6AB20A-5D08-4C95-A0D8-37475A9275D6}"/>
              </a:ext>
            </a:extLst>
          </p:cNvPr>
          <p:cNvSpPr>
            <a:spLocks xmlns:a="http://schemas.openxmlformats.org/drawingml/2006/main" noGrp="1"/>
          </p:cNvSpPr>
          <p:nvPr/>
        </p:nvSpPr>
        <p:spPr>
          <a:xfrm xmlns:a="http://schemas.openxmlformats.org/drawingml/2006/main">
            <a:off x="685800" y="2171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A8D3AD"/>
                </a:solidFill>
              </a:defRPr>
            </a:defPPr>
            <a:lvl1pPr>
              <a:defRPr sz="900" b="1">
                <a:solidFill>
                  <a:srgbClr val="A8D3AD"/>
                </a:solidFill>
              </a:defRPr>
            </a:lvl1pPr>
            <a:lvl2pPr>
              <a:defRPr sz="900" b="1">
                <a:solidFill>
                  <a:srgbClr val="A8D3AD"/>
                </a:solidFill>
              </a:defRPr>
            </a:lvl2pPr>
            <a:lvl3pPr>
              <a:defRPr sz="900" b="1">
                <a:solidFill>
                  <a:srgbClr val="A8D3AD"/>
                </a:solidFill>
              </a:defRPr>
            </a:lvl3pPr>
            <a:lvl4pPr>
              <a:defRPr sz="900" b="1">
                <a:solidFill>
                  <a:srgbClr val="A8D3AD"/>
                </a:solidFill>
              </a:defRPr>
            </a:lvl4pPr>
            <a:lvl5pPr>
              <a:defRPr sz="900" b="1">
                <a:solidFill>
                  <a:srgbClr val="A8D3AD"/>
                </a:solidFill>
              </a:defRPr>
            </a:lvl5pPr>
            <a:lvl6pPr>
              <a:defRPr sz="900" b="1">
                <a:solidFill>
                  <a:srgbClr val="A8D3AD"/>
                </a:solidFill>
              </a:defRPr>
            </a:lvl6pPr>
            <a:lvl7pPr>
              <a:defRPr sz="900" b="1">
                <a:solidFill>
                  <a:srgbClr val="A8D3AD"/>
                </a:solidFill>
              </a:defRPr>
            </a:lvl7pPr>
            <a:lvl8pPr>
              <a:defRPr sz="900" b="1">
                <a:solidFill>
                  <a:srgbClr val="A8D3AD"/>
                </a:solidFill>
              </a:defRPr>
            </a:lvl8pPr>
            <a:lvl9pPr>
              <a:defRPr sz="900" b="1">
                <a:solidFill>
                  <a:srgbClr val="A8D3AD"/>
                </a:solidFill>
              </a:defRPr>
            </a:lvl9pPr>
          </a:lstStyle>
          <a:p xmlns:a="http://schemas.openxmlformats.org/drawingml/2006/main">
            <a:pPr>
              <a:defRPr sz="900" b="1">
                <a:solidFill>
                  <a:srgbClr val="A8D3AD"/>
                </a:solidFill>
              </a:defRPr>
            </a:pPr>
            <a:r>
              <a:rPr sz="900" b="1">
                <a:solidFill>
                  <a:srgbClr val="A8D3AD"/>
                </a:solidFill>
              </a:rPr>
              <a:t>IMPLEMENTED</a:t>
            </a:r>
          </a:p>
        </p:txBody>
      </p:sp>
      <p:sp>
        <p:nvSpPr>
          <p:cNvPr id="5" name="">
            <a:extLst xmlns:a="http://schemas.openxmlformats.org/drawingml/2006/main">
              <a:ext uri="{FF2B5EF4-FFF2-40B4-BE49-F238E27FC236}">
                <a16:creationId xmlns:a16="http://schemas.microsoft.com/office/drawing/2014/main" id="{870EAD1F-A0A9-4B4B-9FB0-B134CE69590F}"/>
              </a:ext>
            </a:extLst>
          </p:cNvPr>
          <p:cNvSpPr>
            <a:spLocks xmlns:a="http://schemas.openxmlformats.org/drawingml/2006/main" noGrp="1"/>
          </p:cNvSpPr>
          <p:nvPr/>
        </p:nvSpPr>
        <p:spPr>
          <a:xfrm xmlns:a="http://schemas.openxmlformats.org/drawingml/2006/main">
            <a:off x="685800" y="2609850"/>
            <a:ext cx="390525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FFFFFF"/>
                </a:solidFill>
              </a:defRPr>
            </a:defPPr>
            <a:lvl1pPr>
              <a:defRPr sz="1575" b="0">
                <a:solidFill>
                  <a:srgbClr val="FFFFFF"/>
                </a:solidFill>
              </a:defRPr>
            </a:lvl1pPr>
            <a:lvl2pPr>
              <a:defRPr sz="1575" b="0">
                <a:solidFill>
                  <a:srgbClr val="FFFFFF"/>
                </a:solidFill>
              </a:defRPr>
            </a:lvl2pPr>
            <a:lvl3pPr>
              <a:defRPr sz="1575" b="0">
                <a:solidFill>
                  <a:srgbClr val="FFFFFF"/>
                </a:solidFill>
              </a:defRPr>
            </a:lvl3pPr>
            <a:lvl4pPr>
              <a:defRPr sz="1575" b="0">
                <a:solidFill>
                  <a:srgbClr val="FFFFFF"/>
                </a:solidFill>
              </a:defRPr>
            </a:lvl4pPr>
            <a:lvl5pPr>
              <a:defRPr sz="1575" b="0">
                <a:solidFill>
                  <a:srgbClr val="FFFFFF"/>
                </a:solidFill>
              </a:defRPr>
            </a:lvl5pPr>
            <a:lvl6pPr>
              <a:defRPr sz="1575" b="0">
                <a:solidFill>
                  <a:srgbClr val="FFFFFF"/>
                </a:solidFill>
              </a:defRPr>
            </a:lvl6pPr>
            <a:lvl7pPr>
              <a:defRPr sz="1575" b="0">
                <a:solidFill>
                  <a:srgbClr val="FFFFFF"/>
                </a:solidFill>
              </a:defRPr>
            </a:lvl7pPr>
            <a:lvl8pPr>
              <a:defRPr sz="1575" b="0">
                <a:solidFill>
                  <a:srgbClr val="FFFFFF"/>
                </a:solidFill>
              </a:defRPr>
            </a:lvl8pPr>
            <a:lvl9pPr>
              <a:defRPr sz="1575" b="0">
                <a:solidFill>
                  <a:srgbClr val="FFFFFF"/>
                </a:solidFill>
              </a:defRPr>
            </a:lvl9pPr>
          </a:lstStyle>
          <a:p xmlns:a="http://schemas.openxmlformats.org/drawingml/2006/main">
            <a:pPr>
              <a:defRPr sz="1575" b="0">
                <a:solidFill>
                  <a:srgbClr val="FFFFFF"/>
                </a:solidFill>
              </a:defRPr>
            </a:pPr>
            <a:r>
              <a:rPr sz="1575" b="0">
                <a:solidFill>
                  <a:srgbClr val="FFFFFF"/>
                </a:solidFill>
              </a:rPr>
              <a:t>React planner and map (build passes)</a:t>
            </a:r>
          </a:p>
          <a:p xmlns:a="http://schemas.openxmlformats.org/drawingml/2006/main">
            <a:pPr>
              <a:defRPr sz="1575" b="0">
                <a:solidFill>
                  <a:srgbClr val="FFFFFF"/>
                </a:solidFill>
              </a:defRPr>
            </a:pPr>
            <a:r>
              <a:rPr sz="1575" b="0">
                <a:solidFill>
                  <a:srgbClr val="FFFFFF"/>
                </a:solidFill>
              </a:rPr>
              <a:t>FastAPI pipeline in source</a:t>
            </a:r>
          </a:p>
          <a:p xmlns:a="http://schemas.openxmlformats.org/drawingml/2006/main">
            <a:pPr>
              <a:defRPr sz="1575" b="0">
                <a:solidFill>
                  <a:srgbClr val="FFFFFF"/>
                </a:solidFill>
              </a:defRPr>
            </a:pPr>
            <a:r>
              <a:rPr sz="1575" b="0">
                <a:solidFill>
                  <a:srgbClr val="FFFFFF"/>
                </a:solidFill>
              </a:rPr>
              <a:t>Ten activity configurations</a:t>
            </a:r>
          </a:p>
          <a:p xmlns:a="http://schemas.openxmlformats.org/drawingml/2006/main">
            <a:pPr>
              <a:defRPr sz="1575" b="0">
                <a:solidFill>
                  <a:srgbClr val="FFFFFF"/>
                </a:solidFill>
              </a:defRPr>
            </a:pPr>
            <a:r>
              <a:rPr sz="1575" b="0">
                <a:solidFill>
                  <a:srgbClr val="FFFFFF"/>
                </a:solidFill>
              </a:rPr>
              <a:t>Gradio Space with JSON endpoint</a:t>
            </a:r>
          </a:p>
          <a:p xmlns:a="http://schemas.openxmlformats.org/drawingml/2006/main">
            <a:pPr>
              <a:defRPr sz="1575" b="0">
                <a:solidFill>
                  <a:srgbClr val="FFFFFF"/>
                </a:solidFill>
              </a:defRPr>
            </a:pPr>
            <a:r>
              <a:rPr sz="1575" b="0">
                <a:solidFill>
                  <a:srgbClr val="FFFFFF"/>
                </a:solidFill>
              </a:rPr>
              <a:t>Friendly timeout and quota states</a:t>
            </a:r>
          </a:p>
        </p:txBody>
      </p:sp>
      <p:sp>
        <p:nvSpPr>
          <p:cNvPr id="6" name="">
            <a:extLst xmlns:a="http://schemas.openxmlformats.org/drawingml/2006/main">
              <a:ext uri="{FF2B5EF4-FFF2-40B4-BE49-F238E27FC236}">
                <a16:creationId xmlns:a16="http://schemas.microsoft.com/office/drawing/2014/main" id="{65C42A3B-57ED-4D9D-A64E-A677A2012A33}"/>
              </a:ext>
            </a:extLst>
          </p:cNvPr>
          <p:cNvSpPr>
            <a:spLocks xmlns:a="http://schemas.openxmlformats.org/drawingml/2006/main" noGrp="1"/>
          </p:cNvSpPr>
          <p:nvPr/>
        </p:nvSpPr>
        <p:spPr>
          <a:xfrm xmlns:a="http://schemas.openxmlformats.org/drawingml/2006/main">
            <a:off x="5219700" y="2190750"/>
            <a:ext cx="0" cy="3276600"/>
          </a:xfrm>
          <a:prstGeom xmlns:a="http://schemas.openxmlformats.org/drawingml/2006/main" prst="line">
            <a:avLst/>
          </a:prstGeom>
          <a:noFill xmlns:a="http://schemas.openxmlformats.org/drawingml/2006/main"/>
          <a:ln xmlns:a="http://schemas.openxmlformats.org/drawingml/2006/main" w="9525">
            <a:solidFill>
              <a:srgbClr val="54715E"/>
            </a:solidFill>
            <a:prstDash val="solid"/>
          </a:ln>
        </p:spPr>
      </p:sp>
      <p:sp>
        <p:nvSpPr>
          <p:cNvPr id="7" name="">
            <a:extLst xmlns:a="http://schemas.openxmlformats.org/drawingml/2006/main">
              <a:ext uri="{FF2B5EF4-FFF2-40B4-BE49-F238E27FC236}">
                <a16:creationId xmlns:a16="http://schemas.microsoft.com/office/drawing/2014/main" id="{42102990-BBBE-4BF5-AA9D-FF18BB930CA2}"/>
              </a:ext>
            </a:extLst>
          </p:cNvPr>
          <p:cNvSpPr>
            <a:spLocks xmlns:a="http://schemas.openxmlformats.org/drawingml/2006/main" noGrp="1"/>
          </p:cNvSpPr>
          <p:nvPr/>
        </p:nvSpPr>
        <p:spPr>
          <a:xfrm xmlns:a="http://schemas.openxmlformats.org/drawingml/2006/main">
            <a:off x="5867400" y="21717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E3B65E"/>
                </a:solidFill>
              </a:defRPr>
            </a:defPPr>
            <a:lvl1pPr>
              <a:defRPr sz="900" b="1">
                <a:solidFill>
                  <a:srgbClr val="E3B65E"/>
                </a:solidFill>
              </a:defRPr>
            </a:lvl1pPr>
            <a:lvl2pPr>
              <a:defRPr sz="900" b="1">
                <a:solidFill>
                  <a:srgbClr val="E3B65E"/>
                </a:solidFill>
              </a:defRPr>
            </a:lvl2pPr>
            <a:lvl3pPr>
              <a:defRPr sz="900" b="1">
                <a:solidFill>
                  <a:srgbClr val="E3B65E"/>
                </a:solidFill>
              </a:defRPr>
            </a:lvl3pPr>
            <a:lvl4pPr>
              <a:defRPr sz="900" b="1">
                <a:solidFill>
                  <a:srgbClr val="E3B65E"/>
                </a:solidFill>
              </a:defRPr>
            </a:lvl4pPr>
            <a:lvl5pPr>
              <a:defRPr sz="900" b="1">
                <a:solidFill>
                  <a:srgbClr val="E3B65E"/>
                </a:solidFill>
              </a:defRPr>
            </a:lvl5pPr>
            <a:lvl6pPr>
              <a:defRPr sz="900" b="1">
                <a:solidFill>
                  <a:srgbClr val="E3B65E"/>
                </a:solidFill>
              </a:defRPr>
            </a:lvl6pPr>
            <a:lvl7pPr>
              <a:defRPr sz="900" b="1">
                <a:solidFill>
                  <a:srgbClr val="E3B65E"/>
                </a:solidFill>
              </a:defRPr>
            </a:lvl7pPr>
            <a:lvl8pPr>
              <a:defRPr sz="900" b="1">
                <a:solidFill>
                  <a:srgbClr val="E3B65E"/>
                </a:solidFill>
              </a:defRPr>
            </a:lvl8pPr>
            <a:lvl9pPr>
              <a:defRPr sz="900" b="1">
                <a:solidFill>
                  <a:srgbClr val="E3B65E"/>
                </a:solidFill>
              </a:defRPr>
            </a:lvl9pPr>
          </a:lstStyle>
          <a:p xmlns:a="http://schemas.openxmlformats.org/drawingml/2006/main">
            <a:pPr>
              <a:defRPr sz="900" b="1">
                <a:solidFill>
                  <a:srgbClr val="E3B65E"/>
                </a:solidFill>
              </a:defRPr>
            </a:pPr>
            <a:r>
              <a:rPr sz="900" b="1">
                <a:solidFill>
                  <a:srgbClr val="E3B65E"/>
                </a:solidFill>
              </a:rPr>
              <a:t>STILL TO VERIFY</a:t>
            </a:r>
          </a:p>
        </p:txBody>
      </p:sp>
      <p:sp>
        <p:nvSpPr>
          <p:cNvPr id="8" name="">
            <a:extLst xmlns:a="http://schemas.openxmlformats.org/drawingml/2006/main">
              <a:ext uri="{FF2B5EF4-FFF2-40B4-BE49-F238E27FC236}">
                <a16:creationId xmlns:a16="http://schemas.microsoft.com/office/drawing/2014/main" id="{8573D2EC-BD6B-4A4A-A4E2-D50EB74E89FA}"/>
              </a:ext>
            </a:extLst>
          </p:cNvPr>
          <p:cNvSpPr>
            <a:spLocks xmlns:a="http://schemas.openxmlformats.org/drawingml/2006/main" noGrp="1"/>
          </p:cNvSpPr>
          <p:nvPr/>
        </p:nvSpPr>
        <p:spPr>
          <a:xfrm xmlns:a="http://schemas.openxmlformats.org/drawingml/2006/main">
            <a:off x="5867400" y="2609850"/>
            <a:ext cx="4953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FFFFF"/>
                </a:solidFill>
              </a:defRPr>
            </a:defPPr>
            <a:lvl1pPr>
              <a:defRPr sz="1500" b="0">
                <a:solidFill>
                  <a:srgbClr val="FFFFFF"/>
                </a:solidFill>
              </a:defRPr>
            </a:lvl1pPr>
            <a:lvl2pPr>
              <a:defRPr sz="1500" b="0">
                <a:solidFill>
                  <a:srgbClr val="FFFFFF"/>
                </a:solidFill>
              </a:defRPr>
            </a:lvl2pPr>
            <a:lvl3pPr>
              <a:defRPr sz="1500" b="0">
                <a:solidFill>
                  <a:srgbClr val="FFFFFF"/>
                </a:solidFill>
              </a:defRPr>
            </a:lvl3pPr>
            <a:lvl4pPr>
              <a:defRPr sz="1500" b="0">
                <a:solidFill>
                  <a:srgbClr val="FFFFFF"/>
                </a:solidFill>
              </a:defRPr>
            </a:lvl4pPr>
            <a:lvl5pPr>
              <a:defRPr sz="1500" b="0">
                <a:solidFill>
                  <a:srgbClr val="FFFFFF"/>
                </a:solidFill>
              </a:defRPr>
            </a:lvl5pPr>
            <a:lvl6pPr>
              <a:defRPr sz="1500" b="0">
                <a:solidFill>
                  <a:srgbClr val="FFFFFF"/>
                </a:solidFill>
              </a:defRPr>
            </a:lvl6pPr>
            <a:lvl7pPr>
              <a:defRPr sz="1500" b="0">
                <a:solidFill>
                  <a:srgbClr val="FFFFFF"/>
                </a:solidFill>
              </a:defRPr>
            </a:lvl7pPr>
            <a:lvl8pPr>
              <a:defRPr sz="1500" b="0">
                <a:solidFill>
                  <a:srgbClr val="FFFFFF"/>
                </a:solidFill>
              </a:defRPr>
            </a:lvl8pPr>
            <a:lvl9pPr>
              <a:defRPr sz="1500" b="0">
                <a:solidFill>
                  <a:srgbClr val="FFFFFF"/>
                </a:solidFill>
              </a:defRPr>
            </a:lvl9pPr>
          </a:lstStyle>
          <a:p xmlns:a="http://schemas.openxmlformats.org/drawingml/2006/main">
            <a:pPr>
              <a:defRPr sz="1500" b="0">
                <a:solidFill>
                  <a:srgbClr val="FFFFFF"/>
                </a:solidFill>
              </a:defRPr>
            </a:pPr>
            <a:r>
              <a:rPr sz="1500" b="0">
                <a:solidFill>
                  <a:srgbClr val="FFFFFF"/>
                </a:solidFill>
              </a:rPr>
              <a:t>Successful live provider-backed recommendation</a:t>
            </a:r>
          </a:p>
          <a:p xmlns:a="http://schemas.openxmlformats.org/drawingml/2006/main">
            <a:pPr>
              <a:defRPr sz="1500" b="0">
                <a:solidFill>
                  <a:srgbClr val="FFFFFF"/>
                </a:solidFill>
              </a:defRPr>
            </a:pPr>
            <a:r>
              <a:rPr sz="1500" b="0">
                <a:solidFill>
                  <a:srgbClr val="FFFFFF"/>
                </a:solidFill>
              </a:rPr>
              <a:t>Backend tests (pytest unavailable here)</a:t>
            </a:r>
          </a:p>
          <a:p xmlns:a="http://schemas.openxmlformats.org/drawingml/2006/main">
            <a:pPr>
              <a:defRPr sz="1500" b="0">
                <a:solidFill>
                  <a:srgbClr val="FFFFFF"/>
                </a:solidFill>
              </a:defRPr>
            </a:pPr>
            <a:r>
              <a:rPr sz="1500" b="0">
                <a:solidFill>
                  <a:srgbClr val="FFFFFF"/>
                </a:solidFill>
              </a:rPr>
              <a:t>Hosted /health and /api routes</a:t>
            </a:r>
          </a:p>
          <a:p xmlns:a="http://schemas.openxmlformats.org/drawingml/2006/main">
            <a:pPr>
              <a:defRPr sz="1500" b="0">
                <a:solidFill>
                  <a:srgbClr val="FFFFFF"/>
                </a:solidFill>
              </a:defRPr>
            </a:pPr>
            <a:r>
              <a:rPr sz="1500" b="0">
                <a:solidFill>
                  <a:srgbClr val="FFFFFF"/>
                </a:solidFill>
              </a:rPr>
              <a:t>Team model card, licence, and fresh load</a:t>
            </a:r>
          </a:p>
          <a:p xmlns:a="http://schemas.openxmlformats.org/drawingml/2006/main">
            <a:pPr>
              <a:defRPr sz="1500" b="0">
                <a:solidFill>
                  <a:srgbClr val="FFFFFF"/>
                </a:solidFill>
              </a:defRPr>
            </a:pPr>
            <a:r>
              <a:rPr sz="1500" b="0">
                <a:solidFill>
                  <a:srgbClr val="FFFFFF"/>
                </a:solidFill>
              </a:rPr>
              <a:t>Docker cold start and judging availability</a:t>
            </a:r>
          </a:p>
        </p:txBody>
      </p:sp>
      <p:sp>
        <p:nvSpPr>
          <p:cNvPr id="9" name="">
            <a:extLst xmlns:a="http://schemas.openxmlformats.org/drawingml/2006/main">
              <a:ext uri="{FF2B5EF4-FFF2-40B4-BE49-F238E27FC236}">
                <a16:creationId xmlns:a16="http://schemas.microsoft.com/office/drawing/2014/main" id="{FCC6276C-E380-45F8-ACDF-63FC881C26E8}"/>
              </a:ext>
            </a:extLst>
          </p:cNvPr>
          <p:cNvSpPr>
            <a:spLocks xmlns:a="http://schemas.openxmlformats.org/drawingml/2006/main" noGrp="1"/>
          </p:cNvSpPr>
          <p:nvPr/>
        </p:nvSpPr>
        <p:spPr>
          <a:xfrm xmlns:a="http://schemas.openxmlformats.org/drawingml/2006/main">
            <a:off x="6858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C2D0C4"/>
                </a:solidFill>
              </a:defRPr>
            </a:defPPr>
            <a:lvl1pPr>
              <a:defRPr sz="1125" b="0">
                <a:solidFill>
                  <a:srgbClr val="C2D0C4"/>
                </a:solidFill>
              </a:defRPr>
            </a:lvl1pPr>
            <a:lvl2pPr>
              <a:defRPr sz="1125" b="0">
                <a:solidFill>
                  <a:srgbClr val="C2D0C4"/>
                </a:solidFill>
              </a:defRPr>
            </a:lvl2pPr>
            <a:lvl3pPr>
              <a:defRPr sz="1125" b="0">
                <a:solidFill>
                  <a:srgbClr val="C2D0C4"/>
                </a:solidFill>
              </a:defRPr>
            </a:lvl3pPr>
            <a:lvl4pPr>
              <a:defRPr sz="1125" b="0">
                <a:solidFill>
                  <a:srgbClr val="C2D0C4"/>
                </a:solidFill>
              </a:defRPr>
            </a:lvl4pPr>
            <a:lvl5pPr>
              <a:defRPr sz="1125" b="0">
                <a:solidFill>
                  <a:srgbClr val="C2D0C4"/>
                </a:solidFill>
              </a:defRPr>
            </a:lvl5pPr>
            <a:lvl6pPr>
              <a:defRPr sz="1125" b="0">
                <a:solidFill>
                  <a:srgbClr val="C2D0C4"/>
                </a:solidFill>
              </a:defRPr>
            </a:lvl6pPr>
            <a:lvl7pPr>
              <a:defRPr sz="1125" b="0">
                <a:solidFill>
                  <a:srgbClr val="C2D0C4"/>
                </a:solidFill>
              </a:defRPr>
            </a:lvl7pPr>
            <a:lvl8pPr>
              <a:defRPr sz="1125" b="0">
                <a:solidFill>
                  <a:srgbClr val="C2D0C4"/>
                </a:solidFill>
              </a:defRPr>
            </a:lvl8pPr>
            <a:lvl9pPr>
              <a:defRPr sz="1125" b="0">
                <a:solidFill>
                  <a:srgbClr val="C2D0C4"/>
                </a:solidFill>
              </a:defRPr>
            </a:lvl9pPr>
          </a:lstStyle>
          <a:p xmlns:a="http://schemas.openxmlformats.org/drawingml/2006/main">
            <a:pPr>
              <a:defRPr sz="1125" b="0">
                <a:solidFill>
                  <a:srgbClr val="C2D0C4"/>
                </a:solidFill>
              </a:defRPr>
            </a:pPr>
            <a:r>
              <a:rPr sz="1125" b="0">
                <a:solidFill>
                  <a:srgbClr val="C2D0C4"/>
                </a:solidFill>
              </a:rPr>
              <a:t>Space is deployed; last inference hit ZeroGPU quota. No live recommendation is verified. Frontend production build passes.</a:t>
            </a:r>
          </a:p>
        </p:txBody>
      </p:sp>
      <p:sp>
        <p:nvSpPr>
          <p:cNvPr id="10" name="">
            <a:extLst xmlns:a="http://schemas.openxmlformats.org/drawingml/2006/main">
              <a:ext uri="{FF2B5EF4-FFF2-40B4-BE49-F238E27FC236}">
                <a16:creationId xmlns:a16="http://schemas.microsoft.com/office/drawing/2014/main" id="{DD66AFDB-4FF7-4B85-AED1-D2D425787065}"/>
              </a:ext>
            </a:extLst>
          </p:cNvPr>
          <p:cNvSpPr>
            <a:spLocks xmlns:a="http://schemas.openxmlformats.org/drawingml/2006/main" noGrp="1"/>
          </p:cNvSpPr>
          <p:nvPr/>
        </p:nvSpPr>
        <p:spPr>
          <a:xfrm xmlns:a="http://schemas.openxmlformats.org/drawingml/2006/main">
            <a:off x="685800" y="6334125"/>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AFC0B2"/>
                </a:solidFill>
              </a:defRPr>
            </a:defPPr>
            <a:lvl1pPr>
              <a:defRPr sz="750" b="0">
                <a:solidFill>
                  <a:srgbClr val="AFC0B2"/>
                </a:solidFill>
              </a:defRPr>
            </a:lvl1pPr>
            <a:lvl2pPr>
              <a:defRPr sz="750" b="0">
                <a:solidFill>
                  <a:srgbClr val="AFC0B2"/>
                </a:solidFill>
              </a:defRPr>
            </a:lvl2pPr>
            <a:lvl3pPr>
              <a:defRPr sz="750" b="0">
                <a:solidFill>
                  <a:srgbClr val="AFC0B2"/>
                </a:solidFill>
              </a:defRPr>
            </a:lvl3pPr>
            <a:lvl4pPr>
              <a:defRPr sz="750" b="0">
                <a:solidFill>
                  <a:srgbClr val="AFC0B2"/>
                </a:solidFill>
              </a:defRPr>
            </a:lvl4pPr>
            <a:lvl5pPr>
              <a:defRPr sz="750" b="0">
                <a:solidFill>
                  <a:srgbClr val="AFC0B2"/>
                </a:solidFill>
              </a:defRPr>
            </a:lvl5pPr>
            <a:lvl6pPr>
              <a:defRPr sz="750" b="0">
                <a:solidFill>
                  <a:srgbClr val="AFC0B2"/>
                </a:solidFill>
              </a:defRPr>
            </a:lvl6pPr>
            <a:lvl7pPr>
              <a:defRPr sz="750" b="0">
                <a:solidFill>
                  <a:srgbClr val="AFC0B2"/>
                </a:solidFill>
              </a:defRPr>
            </a:lvl7pPr>
            <a:lvl8pPr>
              <a:defRPr sz="750" b="0">
                <a:solidFill>
                  <a:srgbClr val="AFC0B2"/>
                </a:solidFill>
              </a:defRPr>
            </a:lvl8pPr>
            <a:lvl9pPr>
              <a:defRPr sz="750" b="0">
                <a:solidFill>
                  <a:srgbClr val="AFC0B2"/>
                </a:solidFill>
              </a:defRPr>
            </a:lvl9pPr>
          </a:lstStyle>
          <a:p xmlns:a="http://schemas.openxmlformats.org/drawingml/2006/main">
            <a:pPr>
              <a:defRPr sz="750" b="0">
                <a:solidFill>
                  <a:srgbClr val="AFC0B2"/>
                </a:solidFill>
              </a:defRPr>
            </a:pPr>
            <a:r>
              <a:rPr sz="750" b="0">
                <a:solidFill>
                  <a:srgbClr val="AFC0B2"/>
                </a:solidFill>
              </a:rPr>
              <a:t>Rules source: geosysiot.in/geoai-hackathon/#guidelines  ·  Status checked 24 Oct 2026</a:t>
            </a:r>
          </a:p>
        </p:txBody>
      </p:sp>
    </p:spTree>
    <p:extLst>
      <p:ext uri="{BB962C8B-B14F-4D97-AF65-F5344CB8AC3E}">
        <p14:creationId xmlns:p14="http://schemas.microsoft.com/office/powerpoint/2010/main" val="2807400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2026-10-24T17:15:53.8660000Z</dcterms:created>
  <dcterms:modified xsi:type="dcterms:W3CDTF">2026-10-24T17:15:53.8660000Z</dcterms:modified>
</coreProperties>
</file>